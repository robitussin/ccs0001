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70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9" r:id="rId3"/>
    <p:sldId id="266" r:id="rId4"/>
    <p:sldId id="284" r:id="rId5"/>
    <p:sldId id="281" r:id="rId6"/>
    <p:sldId id="285" r:id="rId7"/>
    <p:sldId id="327" r:id="rId8"/>
    <p:sldId id="310" r:id="rId9"/>
    <p:sldId id="317" r:id="rId10"/>
    <p:sldId id="318" r:id="rId11"/>
    <p:sldId id="319" r:id="rId12"/>
    <p:sldId id="320" r:id="rId13"/>
    <p:sldId id="311" r:id="rId14"/>
    <p:sldId id="312" r:id="rId15"/>
    <p:sldId id="313" r:id="rId16"/>
    <p:sldId id="321" r:id="rId17"/>
    <p:sldId id="314" r:id="rId18"/>
    <p:sldId id="322" r:id="rId19"/>
    <p:sldId id="315" r:id="rId20"/>
    <p:sldId id="316" r:id="rId21"/>
    <p:sldId id="323" r:id="rId22"/>
    <p:sldId id="324" r:id="rId23"/>
    <p:sldId id="325" r:id="rId24"/>
    <p:sldId id="282" r:id="rId25"/>
    <p:sldId id="287" r:id="rId26"/>
    <p:sldId id="283" r:id="rId27"/>
    <p:sldId id="288" r:id="rId28"/>
    <p:sldId id="290" r:id="rId29"/>
    <p:sldId id="326" r:id="rId30"/>
    <p:sldId id="289" r:id="rId31"/>
    <p:sldId id="293" r:id="rId32"/>
    <p:sldId id="292" r:id="rId33"/>
    <p:sldId id="291" r:id="rId34"/>
    <p:sldId id="295" r:id="rId35"/>
    <p:sldId id="296" r:id="rId36"/>
    <p:sldId id="297" r:id="rId37"/>
    <p:sldId id="298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294" r:id="rId46"/>
    <p:sldId id="30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23" autoAdjust="0"/>
    <p:restoredTop sz="93605" autoAdjust="0"/>
  </p:normalViewPr>
  <p:slideViewPr>
    <p:cSldViewPr snapToGrid="0">
      <p:cViewPr varScale="1">
        <p:scale>
          <a:sx n="149" d="100"/>
          <a:sy n="149" d="100"/>
        </p:scale>
        <p:origin x="14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1244 1 24575,'-8'1'0,"0"1"0,0 0 0,0 1 0,0-1 0,1 1 0,0 1 0,-1 0 0,1 0 0,0 0 0,-8 8 0,-24 11 0,-93 38 0,-52 28 0,165-80 0,0-1 0,0-1 0,-27 7 0,22-8 0,1 2 0,-23 10 0,-208 121 0,202-110 0,24-14 0,1 1 0,-51 39 0,63-40 22,0 1 0,-20 30 0,26-33-201,0-1 1,-1 0-1,0-1 0,0 0 0,-1 0 0,-1-1 0,-14 10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0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92 24575,'-3'1'0,"-1"-1"0,0 1 0,0 1 0,1-1 0,-1 0 0,1 1 0,-1 0 0,1-1 0,0 1 0,0 1 0,0-1 0,0 0 0,0 1 0,0 0 0,0-1 0,1 1 0,0 0 0,-1 0 0,1 1 0,-1 2 0,-1-1 0,1 0 0,0 1 0,1-1 0,0 0 0,-1 1 0,2 0 0,-1-1 0,1 1 0,-1 0 0,2 0 0,-1 0 0,1 7 0,1-7 0,0 0 0,1-1 0,-1 1 0,1-1 0,1 0 0,-1 1 0,1-1 0,0 0 0,0-1 0,0 1 0,1 0 0,6 6 0,57 46 0,-28-27 0,-26-21 0,0-1 0,1 0 0,0-1 0,1-1 0,0 0 0,0-1 0,0 0 0,0-1 0,1-1 0,-1 0 0,1-1 0,16-1 0,-29-1 0,0-1 0,0 1 0,0-1 0,0 0 0,0 0 0,0 0 0,0 0 0,0 0 0,-1-1 0,1 1 0,0-1 0,-1 0 0,1 0 0,-1 0 0,0 0 0,0 0 0,0 0 0,0-1 0,0 1 0,3-6 0,2-5 0,0-1 0,-1 0 0,6-18 0,6-15 0,-13 39 0,-1-1 0,-1-1 0,1 1 0,-2 0 0,1-1 0,-1 0 0,-1 1 0,0-1 0,0 0 0,-1 0 0,0 0 0,0 0 0,-1 0 0,-5-17 0,5 21 0,-1 0 0,0 0 0,-1 0 0,0 0 0,1 1 0,-2-1 0,1 1 0,-1 0 0,0 0 0,0 0 0,0 0 0,-1 1 0,1 0 0,-1 0 0,0 0 0,0 0 0,-1 1 0,1 0 0,-1 0 0,0 0 0,0 1 0,0 0 0,-10-3 0,-12-1 0,0 0 0,0 2 0,-45-1 0,63 5 0,1 0 0,-1 1 0,1 0 0,-1 1 0,1 0 0,0 0 0,0 1 0,0 1 0,0-1 0,0 1 0,1 1 0,-1 0 0,1 0 0,-10 9 0,6-6-1365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24575,'0'339'-1365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23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24575,'2'138'0,"-4"145"0,1-273-227,-1 1-1,0-1 1,0 0-1,-1 0 1,-6 16-1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24575,'1'59'0,"0"-21"0,-1-1 0,-2 0 0,-9 51 0,-25 91-1365,33-163-5461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24575,'19'149'0,"-20"236"-1365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23:3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24575,'9'-2'0,"0"-1"0,-1 0 0,1 0 0,-1-1 0,12-7 0,61-39 0,-55 32 0,2 2 0,34-17 0,-25 15 0,51-33 0,-64 35 0,0 1 0,2 2 0,-1 0 0,2 2 0,27-9 0,-23 11 63,55-26 1,-56 21-810,47-14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7T02:45:01.5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2207 1180 24575,'16'0'0,"0"-1"0,1 0 0,-1-1 0,0-1 0,0-1 0,0 0 0,-1-1 0,23-10 0,-31 13 0,0-1 0,-1 0 0,1 0 0,-1-1 0,0 0 0,0 0 0,0 0 0,-1-1 0,1 1 0,-1-2 0,0 1 0,0 0 0,-1-1 0,0 0 0,0 0 0,5-10 0,-2 5 0,0 0 0,1 1 0,0 0 0,12-10 0,20-28 0,-18 12 0,32-73 0,3-4 0,-51 102 0,0-1 0,0 0 0,-1-1 0,-1 1 0,0-1 0,0 0 0,2-24 0,-6 32 0,1 0 0,-1-1 0,0 1 0,0 0 0,0-1 0,-1 1 0,0 0 0,0-1 0,-1 1 0,1 0 0,-1 0 0,0 0 0,0 0 0,-1 0 0,1 0 0,-1 1 0,0-1 0,-1 1 0,1 0 0,-1 0 0,-6-5 0,-21-14 0,18 13 0,0 0 0,0-1 0,1 0 0,-21-23 0,21 22 0,0 0 0,-1 1 0,-1 1 0,0 0 0,-1 1 0,1 0 0,-30-12 0,-88-39 0,74 34 0,0 2 0,-109-28 0,156 50 0,1 0 0,-1 1 0,-19 0 0,23 1 0,-1 0 0,0 0 0,1-1 0,-1 0 0,1 0 0,0-1 0,-1 0 0,1 0 0,-8-4 0,-1 0 0,0 1 0,0 0 0,0 1 0,-1 0 0,1 2 0,-32-2 0,-1 0 0,-148-14 0,96 13 0,71 5 0,0-2 0,-31-5 0,8 0 0,0 3 0,-1 2 0,-54 6 0,1-2 0,17-3 0,-98 3 0,173-1 0,0 1 0,1 1 0,-1 0 0,1 1 0,0 1 0,0 0 0,0 1 0,0 1 0,1 0 0,0 0 0,1 1 0,-20 17 0,-16 5 0,40-26 0,1 0 0,-1 1 0,1 0 0,0 0 0,0 0 0,0 1 0,1 0 0,0 0 0,-6 9 0,0-1 0,0 0 0,0 0 0,-1-2 0,-18 15 0,13-12 0,1 0 0,-17 20 0,-51 81 0,78-107 0,0 1 0,1 0 0,0 0 0,1 0 0,0 0 0,1 1 0,0 0 0,1 0 0,-4 21 0,5-25 0,1 0 0,1 0 0,-1 0 0,1 0 0,0 0 0,1 1 0,0-1 0,0 0 0,1 0 0,-1 0 0,1-1 0,1 1 0,0 0 0,-1-1 0,2 1 0,6 10 0,22 22 0,1-1 0,2-1 0,63 50 0,-48-42 0,-43-36 0,1-1 0,0 0 0,0-1 0,1 0 0,0 0 0,0-1 0,1 0 0,17 7 0,15 5 0,50 29 0,-59-29 0,0-1 0,66 23 0,-50-24 0,78 36 0,-106-44 0,0 0 0,1-2 0,0 0 0,44 4 0,24 7 0,33 3 0,-95-16 0,173 13 0,-171-14 0,1-1 0,38-2 0,-42-1 0,-1 1 0,1 1 0,45 9 0,-41-6 0,0 0 0,0-2 0,61-4 0,-24 1 0,-56 0 0,0-1 0,0 1 0,0-2 0,0 0 0,0 0 0,17-8 0,66-36 0,-21-10-1365,-61 50-5461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166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5655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1909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7243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9724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4962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676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0654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39717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B623-FDB5-0B23-EA06-67E9F037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A3E44-FC1C-898F-731B-7E11D9BFA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CCADD-11F7-5A93-FF6A-F3611C60F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CE8CB-2A9B-9633-13BD-BDF5628D2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802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069C-2DB7-B413-155F-D148E0F7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85842-BD54-7AB2-F3E6-75E32CB97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DB31E-A24C-0D0C-0234-17B689601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169B6-E47C-57AA-47AC-CDD9D2AF4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3192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BB35-38C5-43EC-27BD-5B66B5D4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E8C37-2A78-63F1-B252-F40A4A24D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0066C-5C70-D14C-5686-9E1A2B44D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F3547-A8E8-57F7-71E8-C213F809C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3242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916DC-8C3F-D5D4-C034-EA39E4B8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131B9-2DD8-B36D-D98C-9946ABD2A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0A899-A669-9811-8DA4-960EA3DC3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18F94-B5EA-5F5E-F66C-1E8F9715C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7575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967C-58D3-0F4A-DFDF-8E084AB7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408D1-DF06-C007-893F-85F722D0D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C5584-DC7E-ED75-3D5B-28C4293F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DCFF-0B0F-A947-4673-EAAC68921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9062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E1A6-0FF5-4E19-0743-ECA05E32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81CCF-9990-8546-50AB-72A7B4F98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A7A26-44DC-8ABC-1FE2-8A83DFFA8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059BE-0D29-99F5-9299-21B39078F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3942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C517-DF74-9DCC-62B2-07D07EBB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00885-583E-BEBF-75B3-CD2E83954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126D4-73DD-55FE-B731-49BCDFA6F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71440-33BC-6AB6-2FA1-47E8D4239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1483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B35A0-DA10-C39C-43E7-F6555DC6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FAEBE-5225-B09C-DB94-3EE4C427C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BFFE3-22AF-6065-D5EE-7D1FB2CC5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D5CE2-FCA6-9F54-35DB-B4072EFAC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1745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456B-3B17-02C2-0E0D-A70728C8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92DCA-E498-0124-4F74-36D6063C7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89B2F-10EA-71F2-ED50-C18B86126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E558-55CC-71A2-C096-96848DC45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6688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20B69-90F4-2031-8AB4-E70D79C4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6D50E-9749-101D-2D78-18A3A6F00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87E9E-744E-D5F7-1934-D299B4BC5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59B95-5A55-7E7A-EEE1-592984988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35438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10E0-FA2C-31F4-1F89-0D4C3E4E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85B75-4BFC-C503-3B28-39C1988D3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2A402-D201-4C37-72B8-491D45FA5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8462E-BD1D-0D75-0956-722B20C7D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8043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CEE5-8152-B181-FFCD-C6B83BB9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8977D-6B40-F34D-EA88-9BE015A37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2D943-7724-C29D-87D3-FD6DDD3F2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0948F-AD35-3B26-B1FB-567539733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88753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3597-DC21-3320-7270-34205D19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6103E-7522-BB88-4E84-C1485322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E1756-8001-470C-C15A-A44E9DF7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DCE98-2C27-84AE-F8B6-7CC2BBC5E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73301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C6B0-D20F-9000-5A67-98D0C749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A0661-5C9A-7CE1-B101-98BFBA12D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37715-8608-0295-40A7-A5989030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56394-6053-C5F7-90D1-24F886559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4825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65D4-5303-8165-2B5E-A1B82A5A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DC3A8-F8C8-7B36-7A7E-FE87A1F4B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13714-311E-1DE6-F01A-0F3578599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12040-06DB-0035-2D31-E12941CCC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5330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169A-4D33-7FEA-A14C-1EB2E60F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33EAD-B948-58AC-4C69-4CEA5F730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BE6CA-AB00-EAEB-9FBC-649ED304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ACC7E-1093-71F2-CC2B-65E163067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8799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0ACE-E1A2-0EDC-CF05-CFB9E30A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794CB-3CDD-3639-D5BA-CC8A7D07C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95B88-25AB-1A3E-8508-C5BD1A2F3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3534C-5BD2-32BC-BBD9-C220D0E5A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8777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6A213-3A14-AB2E-C005-4935B7EA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4273C-4919-7C98-0CDC-52FD484BD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9F341-CE40-4D35-225A-95D9AA139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BD720-DA10-DBCF-BDB0-30449F5DE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7478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22A9-0ED9-8390-BD7F-2A200E45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276A6-2421-601B-A828-AFA713D35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8B6EC-E2C1-04EE-8EE6-9FAD6290A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AA7EA-11ED-E33C-AD5C-2A8CCD7AB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6642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29/09/2026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7.png"/><Relationship Id="rId4" Type="http://schemas.openxmlformats.org/officeDocument/2006/relationships/customXml" Target="../ink/ink4.xml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12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5" Type="http://schemas.openxmlformats.org/officeDocument/2006/relationships/image" Target="../media/image13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10.png"/><Relationship Id="rId14" Type="http://schemas.openxmlformats.org/officeDocument/2006/relationships/customXml" Target="../ink/ink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19.xml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10.png"/><Relationship Id="rId14" Type="http://schemas.openxmlformats.org/officeDocument/2006/relationships/customXml" Target="../ink/ink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26.xml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10.png"/><Relationship Id="rId14" Type="http://schemas.openxmlformats.org/officeDocument/2006/relationships/customXml" Target="../ink/ink2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33.xml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10.png"/><Relationship Id="rId14" Type="http://schemas.openxmlformats.org/officeDocument/2006/relationships/customXml" Target="../ink/ink3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40.xml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10.png"/><Relationship Id="rId14" Type="http://schemas.openxmlformats.org/officeDocument/2006/relationships/customXml" Target="../ink/ink4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47.xml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46.xml"/><Relationship Id="rId4" Type="http://schemas.openxmlformats.org/officeDocument/2006/relationships/customXml" Target="../ink/ink43.xml"/><Relationship Id="rId9" Type="http://schemas.openxmlformats.org/officeDocument/2006/relationships/image" Target="../media/image10.png"/><Relationship Id="rId14" Type="http://schemas.openxmlformats.org/officeDocument/2006/relationships/customXml" Target="../ink/ink4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54.xml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53.xml"/><Relationship Id="rId4" Type="http://schemas.openxmlformats.org/officeDocument/2006/relationships/customXml" Target="../ink/ink50.xml"/><Relationship Id="rId9" Type="http://schemas.openxmlformats.org/officeDocument/2006/relationships/image" Target="../media/image10.png"/><Relationship Id="rId14" Type="http://schemas.openxmlformats.org/officeDocument/2006/relationships/customXml" Target="../ink/ink5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61.xml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60.xml"/><Relationship Id="rId4" Type="http://schemas.openxmlformats.org/officeDocument/2006/relationships/customXml" Target="../ink/ink57.xml"/><Relationship Id="rId9" Type="http://schemas.openxmlformats.org/officeDocument/2006/relationships/image" Target="../media/image10.png"/><Relationship Id="rId14" Type="http://schemas.openxmlformats.org/officeDocument/2006/relationships/customXml" Target="../ink/ink6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6.xml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68.xml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.xml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customXml" Target="../ink/ink67.xml"/><Relationship Id="rId4" Type="http://schemas.openxmlformats.org/officeDocument/2006/relationships/customXml" Target="../ink/ink64.xml"/><Relationship Id="rId9" Type="http://schemas.openxmlformats.org/officeDocument/2006/relationships/image" Target="../media/image10.png"/><Relationship Id="rId14" Type="http://schemas.openxmlformats.org/officeDocument/2006/relationships/customXml" Target="../ink/ink6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Binary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 err="1"/>
              <a:t>Elizer</a:t>
            </a:r>
            <a:r>
              <a:rPr lang="en-PH" sz="2000" dirty="0"/>
              <a:t> Ponio Jr.</a:t>
            </a:r>
            <a:br>
              <a:rPr lang="en-PH" sz="2000" dirty="0"/>
            </a:br>
            <a:br>
              <a:rPr lang="en-PH" sz="2000" dirty="0"/>
            </a:br>
            <a:r>
              <a:rPr lang="en-PH" sz="2000" dirty="0"/>
              <a:t>Department of Computer Science</a:t>
            </a:r>
          </a:p>
          <a:p>
            <a:pPr algn="l"/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Operations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You can add, subtract, multiply, and divide binary numbers using various methods.</a:t>
            </a:r>
          </a:p>
          <a:p>
            <a:endParaRPr lang="en-PH" sz="2400" dirty="0"/>
          </a:p>
          <a:p>
            <a:r>
              <a:rPr lang="en-PH" sz="2400" dirty="0"/>
              <a:t>These operations are much easier than decimal number arithmetic operations because the binary system has only two digits: 0 and 1. </a:t>
            </a:r>
            <a:endParaRPr lang="en-US" sz="2400" dirty="0"/>
          </a:p>
        </p:txBody>
      </p:sp>
      <p:pic>
        <p:nvPicPr>
          <p:cNvPr id="3" name="Picture 2" descr="A group of colorful symbols&#10;&#10;Description automatically generated">
            <a:extLst>
              <a:ext uri="{FF2B5EF4-FFF2-40B4-BE49-F238E27FC236}">
                <a16:creationId xmlns:a16="http://schemas.microsoft.com/office/drawing/2014/main" id="{CB5D97C4-3BD9-A898-BA07-1A2730C40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3327843"/>
            <a:ext cx="47625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5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Addition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F11CCF-710A-90C4-E8EF-B9CD634BC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80" y="1278373"/>
            <a:ext cx="698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82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Addition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5699B-7148-DFE0-749B-2AB24491AFA6}"/>
              </a:ext>
            </a:extLst>
          </p:cNvPr>
          <p:cNvSpPr txBox="1"/>
          <p:nvPr/>
        </p:nvSpPr>
        <p:spPr>
          <a:xfrm>
            <a:off x="3306726" y="1638543"/>
            <a:ext cx="41717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      1 0 1</a:t>
            </a:r>
          </a:p>
          <a:p>
            <a:pPr algn="l"/>
            <a:r>
              <a:rPr lang="en-PH" sz="8000" dirty="0"/>
              <a:t>(+) 1 0 1</a:t>
            </a:r>
          </a:p>
          <a:p>
            <a:pPr algn="l"/>
            <a:r>
              <a:rPr lang="en-PH" sz="8000" dirty="0"/>
              <a:t>-----------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AF204-6F40-0D8B-E030-8D6363014FD4}"/>
              </a:ext>
            </a:extLst>
          </p:cNvPr>
          <p:cNvSpPr txBox="1"/>
          <p:nvPr/>
        </p:nvSpPr>
        <p:spPr>
          <a:xfrm>
            <a:off x="6165880" y="4967213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DCCCBE-A308-C226-5C77-AECF06CD1D7C}"/>
              </a:ext>
            </a:extLst>
          </p:cNvPr>
          <p:cNvSpPr txBox="1"/>
          <p:nvPr/>
        </p:nvSpPr>
        <p:spPr>
          <a:xfrm>
            <a:off x="5259978" y="1436743"/>
            <a:ext cx="9821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100" b="1" dirty="0">
                <a:solidFill>
                  <a:srgbClr val="00B050"/>
                </a:solidFill>
              </a:rPr>
              <a:t>Carry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98A6B-CAC1-B848-7202-F71EEE296B3C}"/>
              </a:ext>
            </a:extLst>
          </p:cNvPr>
          <p:cNvSpPr txBox="1"/>
          <p:nvPr/>
        </p:nvSpPr>
        <p:spPr>
          <a:xfrm>
            <a:off x="5436056" y="4967213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F9DF9-42E0-B71E-4503-C2427D2D1280}"/>
              </a:ext>
            </a:extLst>
          </p:cNvPr>
          <p:cNvSpPr txBox="1"/>
          <p:nvPr/>
        </p:nvSpPr>
        <p:spPr>
          <a:xfrm>
            <a:off x="4706232" y="4967212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CE97A-055B-8D3E-1689-D8567FEFC81B}"/>
              </a:ext>
            </a:extLst>
          </p:cNvPr>
          <p:cNvSpPr txBox="1"/>
          <p:nvPr/>
        </p:nvSpPr>
        <p:spPr>
          <a:xfrm>
            <a:off x="3976408" y="4967211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A8B8B4-AE0E-FA11-51FB-6B5B3F7842D8}"/>
              </a:ext>
            </a:extLst>
          </p:cNvPr>
          <p:cNvSpPr txBox="1"/>
          <p:nvPr/>
        </p:nvSpPr>
        <p:spPr>
          <a:xfrm>
            <a:off x="7327536" y="2174070"/>
            <a:ext cx="4805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b="1" dirty="0"/>
              <a:t>Step 1</a:t>
            </a:r>
            <a:r>
              <a:rPr lang="en-PH" dirty="0"/>
              <a:t>: First consider the one’s place, and add the one’s place which will give the result 0 carry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DD45D-C8A5-E2D1-032F-6F4E0CF990B9}"/>
              </a:ext>
            </a:extLst>
          </p:cNvPr>
          <p:cNvSpPr txBox="1"/>
          <p:nvPr/>
        </p:nvSpPr>
        <p:spPr>
          <a:xfrm>
            <a:off x="7247467" y="3169661"/>
            <a:ext cx="2929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 Step 2</a:t>
            </a:r>
            <a:r>
              <a:rPr lang="en-PH" dirty="0"/>
              <a:t>: Now add ten’s place.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91D0E0-FF5A-DC07-CAE7-B4EA9F279ED4}"/>
              </a:ext>
            </a:extLst>
          </p:cNvPr>
          <p:cNvSpPr txBox="1"/>
          <p:nvPr/>
        </p:nvSpPr>
        <p:spPr>
          <a:xfrm>
            <a:off x="7327536" y="3743731"/>
            <a:ext cx="47205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3:</a:t>
            </a:r>
            <a:r>
              <a:rPr lang="en-PH" dirty="0"/>
              <a:t> Now add the hundred’s place. Leave the value 0 in the hundred’s place and the carry 1 to the thousand’s place.</a:t>
            </a:r>
          </a:p>
        </p:txBody>
      </p:sp>
    </p:spTree>
    <p:extLst>
      <p:ext uri="{BB962C8B-B14F-4D97-AF65-F5344CB8AC3E}">
        <p14:creationId xmlns:p14="http://schemas.microsoft.com/office/powerpoint/2010/main" val="25969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4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Subtraction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61FEBF3-EC39-AE88-22E8-38E692916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80" y="1095279"/>
            <a:ext cx="7747000" cy="530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466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Subtraction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5699B-7148-DFE0-749B-2AB24491AFA6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0 1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AF204-6F40-0D8B-E030-8D6363014FD4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98A6B-CAC1-B848-7202-F71EEE296B3C}"/>
              </a:ext>
            </a:extLst>
          </p:cNvPr>
          <p:cNvSpPr txBox="1"/>
          <p:nvPr/>
        </p:nvSpPr>
        <p:spPr>
          <a:xfrm>
            <a:off x="6048530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F9DF9-42E0-B71E-4503-C2427D2D1280}"/>
              </a:ext>
            </a:extLst>
          </p:cNvPr>
          <p:cNvSpPr txBox="1"/>
          <p:nvPr/>
        </p:nvSpPr>
        <p:spPr>
          <a:xfrm>
            <a:off x="531870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CE97A-055B-8D3E-1689-D8567FEFC81B}"/>
              </a:ext>
            </a:extLst>
          </p:cNvPr>
          <p:cNvSpPr txBox="1"/>
          <p:nvPr/>
        </p:nvSpPr>
        <p:spPr>
          <a:xfrm>
            <a:off x="4588882" y="464547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A8B8B4-AE0E-FA11-51FB-6B5B3F7842D8}"/>
              </a:ext>
            </a:extLst>
          </p:cNvPr>
          <p:cNvSpPr txBox="1"/>
          <p:nvPr/>
        </p:nvSpPr>
        <p:spPr>
          <a:xfrm>
            <a:off x="7488403" y="1674536"/>
            <a:ext cx="46527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1</a:t>
            </a:r>
            <a:r>
              <a:rPr lang="en-PH" dirty="0"/>
              <a:t>: First consider the one’s column, and subtract the one’s column,( 0 – 1 ) and it gives the result 1 as per the condition of binary subtraction with a borrow of 1 from the 10’s place.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DD45D-C8A5-E2D1-032F-6F4E0CF990B9}"/>
              </a:ext>
            </a:extLst>
          </p:cNvPr>
          <p:cNvSpPr txBox="1"/>
          <p:nvPr/>
        </p:nvSpPr>
        <p:spPr>
          <a:xfrm>
            <a:off x="7408333" y="3206583"/>
            <a:ext cx="46019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 Step 2</a:t>
            </a:r>
            <a:r>
              <a:rPr lang="en-PH" dirty="0"/>
              <a:t>: After borrowing 1 from the ten’s column, the value 1 in the 10’s column is changed into the value 0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91D0E0-FF5A-DC07-CAE7-B4EA9F279ED4}"/>
              </a:ext>
            </a:extLst>
          </p:cNvPr>
          <p:cNvSpPr txBox="1"/>
          <p:nvPr/>
        </p:nvSpPr>
        <p:spPr>
          <a:xfrm>
            <a:off x="7488402" y="4184632"/>
            <a:ext cx="4601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3:</a:t>
            </a:r>
            <a:r>
              <a:rPr lang="en-PH" dirty="0"/>
              <a:t>  So, subtract the value in the ten’s place, ( 0 – 0 ) = 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97EE6-D308-E643-4F1E-E69F350A363A}"/>
              </a:ext>
            </a:extLst>
          </p:cNvPr>
          <p:cNvSpPr txBox="1"/>
          <p:nvPr/>
        </p:nvSpPr>
        <p:spPr>
          <a:xfrm>
            <a:off x="5745451" y="1098358"/>
            <a:ext cx="111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1800" b="1" dirty="0">
                <a:solidFill>
                  <a:srgbClr val="FF0000"/>
                </a:solidFill>
              </a:rPr>
              <a:t>Borrow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DC738-5BDC-78BB-72F8-A1A68EC08D91}"/>
              </a:ext>
            </a:extLst>
          </p:cNvPr>
          <p:cNvSpPr txBox="1"/>
          <p:nvPr/>
        </p:nvSpPr>
        <p:spPr>
          <a:xfrm>
            <a:off x="7481344" y="4830963"/>
            <a:ext cx="44495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4: </a:t>
            </a:r>
            <a:r>
              <a:rPr lang="en-PH" dirty="0"/>
              <a:t>Now subtract the values in 100’s place. Borrow 1 from the 1000’s place ( 0 – 1 ) 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B495C-5214-8886-E144-CBAB50C59618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F5393-3711-E6B6-D8A7-370F45984B7F}"/>
              </a:ext>
            </a:extLst>
          </p:cNvPr>
          <p:cNvSpPr txBox="1"/>
          <p:nvPr/>
        </p:nvSpPr>
        <p:spPr>
          <a:xfrm>
            <a:off x="5877308" y="129322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E5CA7A-926F-62B5-4D3F-4189933437F7}"/>
              </a:ext>
            </a:extLst>
          </p:cNvPr>
          <p:cNvSpPr txBox="1"/>
          <p:nvPr/>
        </p:nvSpPr>
        <p:spPr>
          <a:xfrm>
            <a:off x="4279437" y="1110527"/>
            <a:ext cx="111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1800" b="1" dirty="0">
                <a:solidFill>
                  <a:srgbClr val="FF0000"/>
                </a:solidFill>
              </a:rPr>
              <a:t>Borrow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F4A3BB-368E-5770-1B24-CEEA44C788A0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0AC84F-0733-5D57-EE0F-4B0151C9C880}"/>
              </a:ext>
            </a:extLst>
          </p:cNvPr>
          <p:cNvSpPr txBox="1"/>
          <p:nvPr/>
        </p:nvSpPr>
        <p:spPr>
          <a:xfrm>
            <a:off x="4520721" y="1262942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353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4" grpId="0"/>
      <p:bldP spid="16" grpId="0"/>
      <p:bldP spid="17" grpId="0"/>
      <p:bldP spid="5" grpId="0"/>
      <p:bldP spid="12" grpId="0"/>
      <p:bldP spid="18" grpId="0"/>
      <p:bldP spid="19" grpId="0"/>
      <p:bldP spid="20" grpId="0"/>
      <p:bldP spid="22" grpId="1"/>
      <p:bldP spid="2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D15B-1B36-C10D-21A8-4351E4C84C9F}"/>
              </a:ext>
            </a:extLst>
          </p:cNvPr>
          <p:cNvSpPr txBox="1">
            <a:spLocks/>
          </p:cNvSpPr>
          <p:nvPr/>
        </p:nvSpPr>
        <p:spPr>
          <a:xfrm>
            <a:off x="3635219" y="2561104"/>
            <a:ext cx="4921561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b="1" dirty="0"/>
              <a:t>More on Borrowing</a:t>
            </a:r>
          </a:p>
        </p:txBody>
      </p:sp>
    </p:spTree>
    <p:extLst>
      <p:ext uri="{BB962C8B-B14F-4D97-AF65-F5344CB8AC3E}">
        <p14:creationId xmlns:p14="http://schemas.microsoft.com/office/powerpoint/2010/main" val="49757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851A-BE68-32BA-6652-FCCCDE00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71A6EB-6FA5-FE60-128D-59101037A5E7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D6F992-9D3F-25E1-4DA7-0A67390E264F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4C2423-721B-331F-CA48-31AED8F3E0E9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F466FE-90FB-0DF3-2185-0731ACA78CA9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4152166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38FB6-F26C-FF95-44E6-0E93E294F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6BD04-6A72-95D5-66C5-AA9A674E42C6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BD8BF-B2B6-E8B3-DB9E-27E7421E7D0A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606B3-ABD6-0501-5CF9-3DC88B3F4431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7513D9-C18B-37FE-40F3-400BDABBF954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CE055-82B1-BAB8-18F4-C2089B1717D4}"/>
              </a:ext>
            </a:extLst>
          </p:cNvPr>
          <p:cNvSpPr/>
          <p:nvPr/>
        </p:nvSpPr>
        <p:spPr>
          <a:xfrm>
            <a:off x="6519524" y="1400375"/>
            <a:ext cx="967691" cy="223804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7C8C93-F313-0BCD-2C1B-20BBD6930F98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C54F4-D7E4-19C4-725F-557F0400CCEA}"/>
              </a:ext>
            </a:extLst>
          </p:cNvPr>
          <p:cNvSpPr txBox="1"/>
          <p:nvPr/>
        </p:nvSpPr>
        <p:spPr>
          <a:xfrm>
            <a:off x="7488403" y="1674536"/>
            <a:ext cx="465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We start with the one’s place</a:t>
            </a:r>
          </a:p>
        </p:txBody>
      </p:sp>
    </p:spTree>
    <p:extLst>
      <p:ext uri="{BB962C8B-B14F-4D97-AF65-F5344CB8AC3E}">
        <p14:creationId xmlns:p14="http://schemas.microsoft.com/office/powerpoint/2010/main" val="95599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57B4-558E-A3F8-C277-83DC6F1F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091AB9-B977-CA81-5095-D65D0AF911A4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DA252-BB9D-C424-4833-A941E1BF930E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E0D01-061F-E251-DB58-9A5A646227C9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90F8E-39AB-C6CF-D54D-CA25BB49235D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6663D3-B3F2-7F8A-C503-46F0C46A23FF}"/>
              </a:ext>
            </a:extLst>
          </p:cNvPr>
          <p:cNvSpPr/>
          <p:nvPr/>
        </p:nvSpPr>
        <p:spPr>
          <a:xfrm>
            <a:off x="5764984" y="1400375"/>
            <a:ext cx="967691" cy="223804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F172B8-01A8-1298-8052-75536AE19B69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8098E-4E25-58D6-EF47-C70F1ADD03CB}"/>
              </a:ext>
            </a:extLst>
          </p:cNvPr>
          <p:cNvSpPr txBox="1"/>
          <p:nvPr/>
        </p:nvSpPr>
        <p:spPr>
          <a:xfrm>
            <a:off x="7488403" y="1674536"/>
            <a:ext cx="465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And then we shift to the ten’s place</a:t>
            </a:r>
          </a:p>
        </p:txBody>
      </p:sp>
    </p:spTree>
    <p:extLst>
      <p:ext uri="{BB962C8B-B14F-4D97-AF65-F5344CB8AC3E}">
        <p14:creationId xmlns:p14="http://schemas.microsoft.com/office/powerpoint/2010/main" val="3679906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9E99-665F-6B9A-153F-F80E171D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04A88-01B0-D9CB-E7F3-6D044157E759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28DE7-9E0E-F369-6A05-DC0ACD24EA9C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383E02-19A1-6234-E216-86DD36408B67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6BEF9F-0281-90FF-2CB8-479572167E5C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08CC1-5864-2DA4-6349-787DB351B166}"/>
              </a:ext>
            </a:extLst>
          </p:cNvPr>
          <p:cNvSpPr/>
          <p:nvPr/>
        </p:nvSpPr>
        <p:spPr>
          <a:xfrm>
            <a:off x="5764984" y="1400375"/>
            <a:ext cx="967691" cy="223804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FF27BB-48F2-72FF-4964-2D25DAB92E98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0F1EA0-1020-ACD2-059F-DEE4666A646E}"/>
              </a:ext>
            </a:extLst>
          </p:cNvPr>
          <p:cNvSpPr txBox="1"/>
          <p:nvPr/>
        </p:nvSpPr>
        <p:spPr>
          <a:xfrm>
            <a:off x="7488403" y="1674536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Because we subtract 0 and 1 in the ten’s place, we need to borrow 1 from the hundred’s place</a:t>
            </a:r>
          </a:p>
        </p:txBody>
      </p:sp>
    </p:spTree>
    <p:extLst>
      <p:ext uri="{BB962C8B-B14F-4D97-AF65-F5344CB8AC3E}">
        <p14:creationId xmlns:p14="http://schemas.microsoft.com/office/powerpoint/2010/main" val="1982083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F965-909E-0D3A-B71B-75D8E4A1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54EE9-2A6B-00AC-9B5F-E3702766D650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3D339-0EDD-CE20-8EE6-A06D71C317B6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EE6E8A-AC38-FF44-5565-CA370F7AE4E2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E29DB-722F-95AD-DDA4-7FE6B83FE4D1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7C0AD-643E-D401-63D2-FC3D71D5DBE6}"/>
              </a:ext>
            </a:extLst>
          </p:cNvPr>
          <p:cNvSpPr/>
          <p:nvPr/>
        </p:nvSpPr>
        <p:spPr>
          <a:xfrm>
            <a:off x="5764984" y="1400375"/>
            <a:ext cx="967691" cy="223804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CF3943-C53F-0B37-6799-8BB2425A909A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A2363-AEB3-3F09-3941-D546058457B5}"/>
              </a:ext>
            </a:extLst>
          </p:cNvPr>
          <p:cNvSpPr txBox="1"/>
          <p:nvPr/>
        </p:nvSpPr>
        <p:spPr>
          <a:xfrm>
            <a:off x="7488403" y="1674536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But we can see that we cannot borrow zero from the hundred’s place because it is a zero.</a:t>
            </a:r>
          </a:p>
        </p:txBody>
      </p:sp>
    </p:spTree>
    <p:extLst>
      <p:ext uri="{BB962C8B-B14F-4D97-AF65-F5344CB8AC3E}">
        <p14:creationId xmlns:p14="http://schemas.microsoft.com/office/powerpoint/2010/main" val="1675351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E245-19A7-DCC6-725D-EAFB450A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46B5A4-7365-859C-3AC2-BC375FEDC56B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99678-1E9D-15A7-5EAA-8A9D2014CFE6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F6B59-63E3-1A16-9309-F473F702538A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982D3-1818-8202-05CA-56F62145A5D4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C0A109-7119-6CB2-6BFD-A3F2E34297F6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C0A109-7119-6CB2-6BFD-A3F2E34297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816" y="172134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312FA9-2D7D-0FAF-2EFF-4B3852A29B38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312FA9-2D7D-0FAF-2EFF-4B3852A29B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656" y="1170546"/>
                <a:ext cx="210960" cy="1969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2C4F315D-E170-8261-D54A-0A02114B9E2F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6AB45-56C8-9840-B047-F8630F2F20D7}"/>
              </a:ext>
            </a:extLst>
          </p:cNvPr>
          <p:cNvSpPr txBox="1"/>
          <p:nvPr/>
        </p:nvSpPr>
        <p:spPr>
          <a:xfrm>
            <a:off x="7488403" y="1674536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But we can see that we cannot borrow zero from the hundred’s place because it is a zero.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2DF0B-A06A-8643-3ADF-3A192603AE40}"/>
              </a:ext>
            </a:extLst>
          </p:cNvPr>
          <p:cNvSpPr txBox="1"/>
          <p:nvPr/>
        </p:nvSpPr>
        <p:spPr>
          <a:xfrm>
            <a:off x="7488403" y="2583424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What we need to do is to borrow the one from the thousand’s place.</a:t>
            </a:r>
          </a:p>
        </p:txBody>
      </p:sp>
    </p:spTree>
    <p:extLst>
      <p:ext uri="{BB962C8B-B14F-4D97-AF65-F5344CB8AC3E}">
        <p14:creationId xmlns:p14="http://schemas.microsoft.com/office/powerpoint/2010/main" val="92164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B566-AE86-F2C9-907E-ABE5E80E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BC5CF-6490-668B-5733-771333206927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2BA84-240D-610E-E02E-FF524FA69492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C93EC-76F3-C3E1-14FE-1AD4EE91A55E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99D62-5A54-189D-E899-36E4C36746D1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A4C2C0-DBEF-194D-2E1E-6EB23F2B6592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A4C2C0-DBEF-194D-2E1E-6EB23F2B65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B74509-4B10-4CDC-6F1B-BEA44C62FEE8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B74509-4B10-4CDC-6F1B-BEA44C62FE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F814DC-9F90-A251-9A36-A578A9080641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F814DC-9F90-A251-9A36-A578A90806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78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25E6BEE-08B3-830B-483B-0E5C76789425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25E6BEE-08B3-830B-483B-0E5C767894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06"/>
                <a:ext cx="43560" cy="2149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E6B4C7F-121A-8575-B07A-5E54240BDB1E}"/>
              </a:ext>
            </a:extLst>
          </p:cNvPr>
          <p:cNvSpPr txBox="1"/>
          <p:nvPr/>
        </p:nvSpPr>
        <p:spPr>
          <a:xfrm>
            <a:off x="7488403" y="2583424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When we borrow, we are effectively giving </a:t>
            </a:r>
            <a:r>
              <a:rPr lang="en-PH" b="1" dirty="0">
                <a:solidFill>
                  <a:srgbClr val="FF0000"/>
                </a:solidFill>
              </a:rPr>
              <a:t>two 1’s </a:t>
            </a:r>
            <a:r>
              <a:rPr lang="en-PH" dirty="0"/>
              <a:t>on the hundred’s place.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F1F493-1922-C072-206B-02AFEBA544EC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92325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42DE-0CFF-3F47-BCA3-1F1AF58B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2CE755-306D-E887-E353-647F1EF749B2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45EA8-5BF5-4A85-ECF1-938D3BD541FD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B1CB8-70BF-36F4-87CE-042BE1B80635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FCC596-6B85-D4C5-F13B-5640F49F3DB1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9C56AC-E7DB-57E1-EC12-96D2910E31B9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9C56AC-E7DB-57E1-EC12-96D2910E31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572151-D5EF-C21C-447D-7393276D2240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572151-D5EF-C21C-447D-7393276D22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8BAFEF-CB4F-AECB-AFC8-6A5F323A789B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8BAFEF-CB4F-AECB-AFC8-6A5F323A78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2C8A78-7109-1F07-B151-326F7DA187E4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2C8A78-7109-1F07-B151-326F7DA187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667D0F-6386-DCF5-A0A7-DD3C8D05244C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667D0F-6386-DCF5-A0A7-DD3C8D05244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2176" y="845106"/>
                <a:ext cx="550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DB8E41A-172B-1D3F-7354-751DC9EF4242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DB8E41A-172B-1D3F-7354-751DC9EF42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8136" y="1164786"/>
                <a:ext cx="424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3FF9AB-AD6D-5D06-E541-EF30ECCA7A0D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3FF9AB-AD6D-5D06-E541-EF30ECCA7A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57FB467E-9EC2-026E-8FCA-3D1BE6828473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1C8510-EB1B-89A5-230A-36F25B277597}"/>
              </a:ext>
            </a:extLst>
          </p:cNvPr>
          <p:cNvSpPr txBox="1"/>
          <p:nvPr/>
        </p:nvSpPr>
        <p:spPr>
          <a:xfrm>
            <a:off x="7488403" y="2583424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When we borrow, we are effectively giving </a:t>
            </a:r>
            <a:r>
              <a:rPr lang="en-PH" b="1" dirty="0">
                <a:solidFill>
                  <a:srgbClr val="FF0000"/>
                </a:solidFill>
              </a:rPr>
              <a:t>two 1’s</a:t>
            </a:r>
            <a:r>
              <a:rPr lang="en-PH" dirty="0"/>
              <a:t> on the hundred’s place.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A5DDF-0909-063B-C3DD-DD1055CF1587}"/>
              </a:ext>
            </a:extLst>
          </p:cNvPr>
          <p:cNvSpPr txBox="1"/>
          <p:nvPr/>
        </p:nvSpPr>
        <p:spPr>
          <a:xfrm>
            <a:off x="7488403" y="3305080"/>
            <a:ext cx="4652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And because we need the </a:t>
            </a:r>
            <a:r>
              <a:rPr lang="en-PH" b="1" dirty="0">
                <a:solidFill>
                  <a:srgbClr val="FF0000"/>
                </a:solidFill>
              </a:rPr>
              <a:t>one</a:t>
            </a:r>
            <a:r>
              <a:rPr lang="en-PH" dirty="0"/>
              <a:t> from the tens place, we need to get the </a:t>
            </a:r>
            <a:r>
              <a:rPr lang="en-PH" b="1" dirty="0">
                <a:solidFill>
                  <a:srgbClr val="FF0000"/>
                </a:solidFill>
              </a:rPr>
              <a:t>one</a:t>
            </a:r>
            <a:r>
              <a:rPr lang="en-PH" dirty="0"/>
              <a:t> from the thousands place and move it to the ten’s place</a:t>
            </a:r>
          </a:p>
        </p:txBody>
      </p:sp>
    </p:spTree>
    <p:extLst>
      <p:ext uri="{BB962C8B-B14F-4D97-AF65-F5344CB8AC3E}">
        <p14:creationId xmlns:p14="http://schemas.microsoft.com/office/powerpoint/2010/main" val="398634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09C2-D976-9A09-70D5-C04DC3BE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F4E9E7-8435-C26B-CE82-44F6A6FBCBE0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E803F-F314-B3DA-3190-A7EAA4CC1C88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E68B1-40B7-A522-24BA-339958917255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8F966-04C9-2B11-A630-00DD119F85A7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782EEB-4BC0-C8FB-5E9A-2D92F9F3B647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782EEB-4BC0-C8FB-5E9A-2D92F9F3B6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09C1AF-B517-BA61-21DF-D25F3B0669E6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09C1AF-B517-BA61-21DF-D25F3B0669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DD83E11-FB55-4BB6-128F-587F654C0BA4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DD83E11-FB55-4BB6-128F-587F654C0B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7AAFCE-FAA7-8F49-595B-6E11FC8DB186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7AAFCE-FAA7-8F49-595B-6E11FC8DB1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C6737F-3D2A-DE26-5440-4A4199CB673F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C6737F-3D2A-DE26-5440-4A4199CB67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86CF96F-201F-8266-FA1E-C317788ABA60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86CF96F-201F-8266-FA1E-C317788ABA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650AC51-D069-6525-B6B0-7912218FD0FF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650AC51-D069-6525-B6B0-7912218FD0F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4ACE8EB2-B946-5CF8-9CFB-707DAB83A40A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8132F6-B5F2-E3C8-160B-398C8A199078}"/>
              </a:ext>
            </a:extLst>
          </p:cNvPr>
          <p:cNvSpPr txBox="1"/>
          <p:nvPr/>
        </p:nvSpPr>
        <p:spPr>
          <a:xfrm>
            <a:off x="7488403" y="4317511"/>
            <a:ext cx="465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Giving the ten’s place </a:t>
            </a:r>
            <a:r>
              <a:rPr lang="en-PH" b="1" dirty="0">
                <a:solidFill>
                  <a:srgbClr val="FF0000"/>
                </a:solidFill>
              </a:rPr>
              <a:t>two ones</a:t>
            </a:r>
            <a:r>
              <a:rPr lang="en-PH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0D383-8372-40E0-77D1-EF0657387EF4}"/>
              </a:ext>
            </a:extLst>
          </p:cNvPr>
          <p:cNvSpPr txBox="1"/>
          <p:nvPr/>
        </p:nvSpPr>
        <p:spPr>
          <a:xfrm>
            <a:off x="7488403" y="2583424"/>
            <a:ext cx="465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When we borrow, we are effectively giving </a:t>
            </a:r>
            <a:r>
              <a:rPr lang="en-PH" b="1" dirty="0">
                <a:solidFill>
                  <a:srgbClr val="FF0000"/>
                </a:solidFill>
              </a:rPr>
              <a:t>two 1’s</a:t>
            </a:r>
            <a:r>
              <a:rPr lang="en-PH" dirty="0"/>
              <a:t> on the hundred’s place.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52A8BD-1AC8-77F7-3E27-065BDDC04E62}"/>
              </a:ext>
            </a:extLst>
          </p:cNvPr>
          <p:cNvSpPr txBox="1"/>
          <p:nvPr/>
        </p:nvSpPr>
        <p:spPr>
          <a:xfrm>
            <a:off x="7488403" y="3305080"/>
            <a:ext cx="4652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And because we need the </a:t>
            </a:r>
            <a:r>
              <a:rPr lang="en-PH" b="1" dirty="0">
                <a:solidFill>
                  <a:srgbClr val="FF0000"/>
                </a:solidFill>
              </a:rPr>
              <a:t>one</a:t>
            </a:r>
            <a:r>
              <a:rPr lang="en-PH" dirty="0"/>
              <a:t> from the tens place, we need to get the </a:t>
            </a:r>
            <a:r>
              <a:rPr lang="en-PH" b="1" dirty="0">
                <a:solidFill>
                  <a:srgbClr val="FF0000"/>
                </a:solidFill>
              </a:rPr>
              <a:t>one</a:t>
            </a:r>
            <a:r>
              <a:rPr lang="en-PH" dirty="0"/>
              <a:t> from the thousands place and move it to the ten’s place</a:t>
            </a:r>
          </a:p>
        </p:txBody>
      </p:sp>
    </p:spTree>
    <p:extLst>
      <p:ext uri="{BB962C8B-B14F-4D97-AF65-F5344CB8AC3E}">
        <p14:creationId xmlns:p14="http://schemas.microsoft.com/office/powerpoint/2010/main" val="186218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DD91-035B-CF90-1658-7D210B4C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BF43E6-FDFB-3D4B-FC42-EA5DA9899A85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4416E-A6AD-BAB7-6644-02F739BEB23F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780B8-4351-9CE1-7161-7953DE97C0A2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4B8ED-6161-F7CF-507E-439E9FD24203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4FAAF1-7EB4-DCFD-25CC-5449840F64A7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4FAAF1-7EB4-DCFD-25CC-5449840F64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079EF9-9F9D-1364-CCE1-D10940E25E56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079EF9-9F9D-1364-CCE1-D10940E25E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5520F6-2EEC-32FF-EE74-2CE5A24ACE26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5520F6-2EEC-32FF-EE74-2CE5A24ACE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9D87DC-25D4-06C7-74E8-99C1A36880BC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9D87DC-25D4-06C7-74E8-99C1A36880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28C71FD-1F73-46EB-F309-A04C479DAFFE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28C71FD-1F73-46EB-F309-A04C479DAF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538BF5E-CD2F-FA69-EA45-600D29166945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538BF5E-CD2F-FA69-EA45-600D291669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C6F07A2-EDD3-EB84-9C05-1757635A3AE1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C6F07A2-EDD3-EB84-9C05-1757635A3A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E9EEAF87-5C53-3790-8707-7E2266E61E98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F4F49-2EFA-6043-E544-3A1F003F9D27}"/>
              </a:ext>
            </a:extLst>
          </p:cNvPr>
          <p:cNvSpPr txBox="1"/>
          <p:nvPr/>
        </p:nvSpPr>
        <p:spPr>
          <a:xfrm>
            <a:off x="7488403" y="2583424"/>
            <a:ext cx="4652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Now we perform subtraction…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9052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F550C-35DD-33DC-55A0-FE6214D9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974E67-6B25-5F5C-8855-99650E228F25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CE1FA-B254-73A6-9333-1E14C11B4C7A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AB3B6-F2B9-A1D9-C3ED-71D453D10546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73B3C4-BA6A-032C-B42D-7CBC845FD3AA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85EB33-313A-D02A-4728-A19255D87DA4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85EB33-313A-D02A-4728-A19255D87D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016EC9-979D-634B-6A22-5A1F6C40AD92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016EC9-979D-634B-6A22-5A1F6C40AD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C3EDC9-938E-CAF5-3F33-343260680228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C3EDC9-938E-CAF5-3F33-3432606802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B58F253-BCE8-DF33-5D4C-4F951772B2C0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B58F253-BCE8-DF33-5D4C-4F951772B2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41688D-0277-0601-4F9D-9FB1E66FECD5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41688D-0277-0601-4F9D-9FB1E66FEC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F786F89-0396-A9F3-3DB5-83599BAB4D52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F786F89-0396-A9F3-3DB5-83599BAB4D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383004-15FB-3AFB-9118-615749711F91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383004-15FB-3AFB-9118-615749711F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F90D9D7-313E-CAE7-87E8-A2F459F3C84E}"/>
              </a:ext>
            </a:extLst>
          </p:cNvPr>
          <p:cNvSpPr txBox="1"/>
          <p:nvPr/>
        </p:nvSpPr>
        <p:spPr>
          <a:xfrm>
            <a:off x="6048530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7B19BD-A885-EC52-F8F6-6CB80E684E45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A26E7-9591-AC84-91A2-DA0F36A55BF1}"/>
              </a:ext>
            </a:extLst>
          </p:cNvPr>
          <p:cNvSpPr txBox="1"/>
          <p:nvPr/>
        </p:nvSpPr>
        <p:spPr>
          <a:xfrm>
            <a:off x="7488403" y="2583424"/>
            <a:ext cx="4652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Going back to the ten’s place, we subtract with the borrowed ones</a:t>
            </a:r>
          </a:p>
          <a:p>
            <a:endParaRPr lang="en-PH" dirty="0"/>
          </a:p>
          <a:p>
            <a:r>
              <a:rPr lang="en-PH" b="1" dirty="0">
                <a:solidFill>
                  <a:srgbClr val="FF0000"/>
                </a:solidFill>
              </a:rPr>
              <a:t>1 – 1 </a:t>
            </a:r>
            <a:r>
              <a:rPr lang="en-PH" dirty="0"/>
              <a:t>– 0 – 1 =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35BFFF-50A2-ADD8-27C3-32FE7CE51938}"/>
              </a:ext>
            </a:extLst>
          </p:cNvPr>
          <p:cNvSpPr/>
          <p:nvPr/>
        </p:nvSpPr>
        <p:spPr>
          <a:xfrm>
            <a:off x="5764984" y="780117"/>
            <a:ext cx="967691" cy="28583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668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3C99-A53B-2A7F-DDBB-736DC6329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9735C-3709-0429-19A2-977DB302DB3A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66AC8-B7B3-A0AE-E200-7BD8767A71B8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E75EE-3345-A046-D720-14B18FAC5646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966B7-94FA-456E-C80A-2DAC3F50D05D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CC817A-E8EA-A070-3371-744F62E3432A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CC817A-E8EA-A070-3371-744F62E343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46D9CE-DE6D-54CB-A8DC-135262A95522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46D9CE-DE6D-54CB-A8DC-135262A955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24301E-94E0-199D-E102-5CF4258BF95F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24301E-94E0-199D-E102-5CF4258BF9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0A8040-3608-5356-3C98-D417EF34509F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0A8040-3608-5356-3C98-D417EF3450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B4B834B-F22A-BC41-B699-BDB7C53DA59C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B4B834B-F22A-BC41-B699-BDB7C53DA5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D3DC93-58CB-2DF1-E9A4-67BDE0FC931E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D3DC93-58CB-2DF1-E9A4-67BDE0FC93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0B66094-5ADC-7F99-F23C-F8F9377E50D1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0B66094-5ADC-7F99-F23C-F8F9377E50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F4EC846-DE93-18E9-D71A-587E1B34560C}"/>
              </a:ext>
            </a:extLst>
          </p:cNvPr>
          <p:cNvSpPr txBox="1"/>
          <p:nvPr/>
        </p:nvSpPr>
        <p:spPr>
          <a:xfrm>
            <a:off x="6048530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E9CCF-9712-500A-D435-2F04C17B8670}"/>
              </a:ext>
            </a:extLst>
          </p:cNvPr>
          <p:cNvSpPr txBox="1"/>
          <p:nvPr/>
        </p:nvSpPr>
        <p:spPr>
          <a:xfrm>
            <a:off x="531870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3FEA2D7-0B18-CBFF-06D8-3E5EEF18F785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0ACA9-A1A6-0AA1-1FF0-1F1FC739CB2E}"/>
              </a:ext>
            </a:extLst>
          </p:cNvPr>
          <p:cNvSpPr txBox="1"/>
          <p:nvPr/>
        </p:nvSpPr>
        <p:spPr>
          <a:xfrm>
            <a:off x="7488403" y="2583424"/>
            <a:ext cx="4652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And then we go to the hundred’s place, we subtract with the borrowed one</a:t>
            </a:r>
          </a:p>
          <a:p>
            <a:endParaRPr lang="en-PH" dirty="0"/>
          </a:p>
          <a:p>
            <a:r>
              <a:rPr lang="en-PH" b="1" dirty="0">
                <a:solidFill>
                  <a:srgbClr val="FF0000"/>
                </a:solidFill>
              </a:rPr>
              <a:t>1</a:t>
            </a:r>
            <a:r>
              <a:rPr lang="en-PH" dirty="0"/>
              <a:t>  – 0 – 1 = 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B9B516-4918-1C65-8AC3-EABE04C6BF56}"/>
              </a:ext>
            </a:extLst>
          </p:cNvPr>
          <p:cNvSpPr/>
          <p:nvPr/>
        </p:nvSpPr>
        <p:spPr>
          <a:xfrm>
            <a:off x="4998867" y="780117"/>
            <a:ext cx="967691" cy="28583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248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4DB7-3790-4F95-13BF-2CCD6329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03547-19F4-920C-54CB-828D60285D34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F4423-3D05-C629-C82F-8FDD905258E6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13378E-D386-182E-EEBE-3D98F50C54E8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AF380C-5205-93DF-B77D-6E83872148C6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26C577-CE6A-5E92-7C01-77AD122A6C29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26C577-CE6A-5E92-7C01-77AD122A6C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44A7EE-4DAE-7A17-9846-A3549B994516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44A7EE-4DAE-7A17-9846-A3549B9945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5C5A92-EB8A-A47E-6303-3458CA31B937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5C5A92-EB8A-A47E-6303-3458CA31B9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BCCABCD-5714-F239-61B8-8FF56136386F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BCCABCD-5714-F239-61B8-8FF5613638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F00D1F-1666-423A-DE48-756E1F1222EA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F00D1F-1666-423A-DE48-756E1F1222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DBCF9FB-AB2E-D415-D564-029F05A7AE68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DBCF9FB-AB2E-D415-D564-029F05A7AE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28BBC1-6BC4-EE55-0DE2-44067680C5DE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28BBC1-6BC4-EE55-0DE2-44067680C5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17DB979-731E-D1EF-6D40-B72027EF5E95}"/>
              </a:ext>
            </a:extLst>
          </p:cNvPr>
          <p:cNvSpPr txBox="1"/>
          <p:nvPr/>
        </p:nvSpPr>
        <p:spPr>
          <a:xfrm>
            <a:off x="6048530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C67CD-08FC-5B91-10BD-D393A90FBEEB}"/>
              </a:ext>
            </a:extLst>
          </p:cNvPr>
          <p:cNvSpPr txBox="1"/>
          <p:nvPr/>
        </p:nvSpPr>
        <p:spPr>
          <a:xfrm>
            <a:off x="531870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7F3C69-40D6-7BE5-C1F0-467E59FF403E}"/>
              </a:ext>
            </a:extLst>
          </p:cNvPr>
          <p:cNvSpPr txBox="1"/>
          <p:nvPr/>
        </p:nvSpPr>
        <p:spPr>
          <a:xfrm>
            <a:off x="459162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F8E9E12-E02D-521C-625E-EB870634C5CB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D2E62-FB56-0308-9456-EBA5EB00E89D}"/>
              </a:ext>
            </a:extLst>
          </p:cNvPr>
          <p:cNvSpPr/>
          <p:nvPr/>
        </p:nvSpPr>
        <p:spPr>
          <a:xfrm>
            <a:off x="4329743" y="780117"/>
            <a:ext cx="967691" cy="28583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6CCC7-B7EE-E2C1-4F23-A35EC58DE558}"/>
              </a:ext>
            </a:extLst>
          </p:cNvPr>
          <p:cNvSpPr txBox="1"/>
          <p:nvPr/>
        </p:nvSpPr>
        <p:spPr>
          <a:xfrm>
            <a:off x="7488403" y="2583424"/>
            <a:ext cx="4652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And then we go to the thousand’s place, here we just bring down 0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8357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F03FE-410D-3EEE-C8C3-6A7F2FA5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B01A2A-CB14-0B07-B420-2DBF0C78185F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28752-EF79-2289-6F8D-0ACF6B57BD29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F644E1-5A30-2961-FDAC-7F91470D252F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266F7-9988-F193-4004-C5753616D017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2880F2-ECA9-2E39-C4C6-79329EA78B23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2880F2-ECA9-2E39-C4C6-79329EA78B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2CC1AA5-5B0A-5E6C-FDCD-857A7018B4AF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2CC1AA5-5B0A-5E6C-FDCD-857A7018B4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97BDF7-CF09-1496-9328-35A8C51B9FE7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97BDF7-CF09-1496-9328-35A8C51B9F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7D4F78E-B491-814D-57AA-99264126AD09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7D4F78E-B491-814D-57AA-99264126AD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B16D580-05DD-2213-683C-1FF086F3D9E6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B16D580-05DD-2213-683C-1FF086F3D9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7C1B4B-FF8F-7E02-5A05-1FFC3FC131C6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7C1B4B-FF8F-7E02-5A05-1FFC3FC131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683ED4-7B40-EFAC-49C8-5AADCCA48241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683ED4-7B40-EFAC-49C8-5AADCCA482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D73773C-74DF-D846-F56F-7744D681C514}"/>
              </a:ext>
            </a:extLst>
          </p:cNvPr>
          <p:cNvSpPr txBox="1"/>
          <p:nvPr/>
        </p:nvSpPr>
        <p:spPr>
          <a:xfrm>
            <a:off x="6048530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7FED34-CFCC-0A8B-8591-72CF1F30B6E5}"/>
              </a:ext>
            </a:extLst>
          </p:cNvPr>
          <p:cNvSpPr txBox="1"/>
          <p:nvPr/>
        </p:nvSpPr>
        <p:spPr>
          <a:xfrm>
            <a:off x="531870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349EC-E154-655A-9EB4-76ABC9654E66}"/>
              </a:ext>
            </a:extLst>
          </p:cNvPr>
          <p:cNvSpPr txBox="1"/>
          <p:nvPr/>
        </p:nvSpPr>
        <p:spPr>
          <a:xfrm>
            <a:off x="459162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0B372E-427C-356F-B039-6322E93C78E9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C0A368-9B11-4069-1ABD-8177F7B739BC}"/>
              </a:ext>
            </a:extLst>
          </p:cNvPr>
          <p:cNvSpPr txBox="1"/>
          <p:nvPr/>
        </p:nvSpPr>
        <p:spPr>
          <a:xfrm>
            <a:off x="7488403" y="2583424"/>
            <a:ext cx="1649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We get </a:t>
            </a:r>
            <a:r>
              <a:rPr lang="en-PH" b="1" dirty="0"/>
              <a:t>0010</a:t>
            </a:r>
          </a:p>
        </p:txBody>
      </p:sp>
    </p:spTree>
    <p:extLst>
      <p:ext uri="{BB962C8B-B14F-4D97-AF65-F5344CB8AC3E}">
        <p14:creationId xmlns:p14="http://schemas.microsoft.com/office/powerpoint/2010/main" val="314953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579F-72AF-98B6-C4F2-876DAC3D5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317FC1-56FF-92E5-80E2-8CF60CB170AD}"/>
              </a:ext>
            </a:extLst>
          </p:cNvPr>
          <p:cNvSpPr txBox="1"/>
          <p:nvPr/>
        </p:nvSpPr>
        <p:spPr>
          <a:xfrm>
            <a:off x="101600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58BB3-B9A6-177D-C363-ADA9FF338262}"/>
              </a:ext>
            </a:extLst>
          </p:cNvPr>
          <p:cNvSpPr txBox="1"/>
          <p:nvPr/>
        </p:nvSpPr>
        <p:spPr>
          <a:xfrm>
            <a:off x="677835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6479C3-4D1A-56AC-10B9-63E975770E04}"/>
              </a:ext>
            </a:extLst>
          </p:cNvPr>
          <p:cNvSpPr txBox="1"/>
          <p:nvPr/>
        </p:nvSpPr>
        <p:spPr>
          <a:xfrm>
            <a:off x="5877308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41504-9C44-D3BB-3114-B1644F627282}"/>
              </a:ext>
            </a:extLst>
          </p:cNvPr>
          <p:cNvSpPr txBox="1"/>
          <p:nvPr/>
        </p:nvSpPr>
        <p:spPr>
          <a:xfrm>
            <a:off x="4520721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DFB587-3B28-61D0-4DB2-493E1D3DEC5B}"/>
                  </a:ext>
                </a:extLst>
              </p14:cNvPr>
              <p14:cNvContentPartPr/>
              <p14:nvPr/>
            </p14:nvContentPartPr>
            <p14:xfrm>
              <a:off x="4661456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DFB587-3B28-61D0-4DB2-493E1D3DEC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456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0CB2E1C-71CA-AD61-98DF-C7014FCBD581}"/>
                  </a:ext>
                </a:extLst>
              </p14:cNvPr>
              <p14:cNvContentPartPr/>
              <p14:nvPr/>
            </p14:nvContentPartPr>
            <p14:xfrm>
              <a:off x="4731296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0CB2E1C-71CA-AD61-98DF-C7014FCBD5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259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BC5F0F-2FA9-E443-5E31-D6C1386109A1}"/>
                  </a:ext>
                </a:extLst>
              </p14:cNvPr>
              <p14:cNvContentPartPr/>
              <p14:nvPr/>
            </p14:nvContentPartPr>
            <p14:xfrm>
              <a:off x="5467136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BC5F0F-2FA9-E443-5E31-D6C1386109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9136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AFAE90-DE70-F8FE-D3C3-9F6E8577F3BD}"/>
                  </a:ext>
                </a:extLst>
              </p14:cNvPr>
              <p14:cNvContentPartPr/>
              <p14:nvPr/>
            </p14:nvContentPartPr>
            <p14:xfrm>
              <a:off x="5460296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AFAE90-DE70-F8FE-D3C3-9F6E8577F3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296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BADA583-0AF6-336E-3A59-17F97231F047}"/>
                  </a:ext>
                </a:extLst>
              </p14:cNvPr>
              <p14:cNvContentPartPr/>
              <p14:nvPr/>
            </p14:nvContentPartPr>
            <p14:xfrm>
              <a:off x="6209816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BADA583-0AF6-336E-3A59-17F97231F0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1476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FFD29E4-7DBC-9E7D-7845-BFFD11E2F404}"/>
                  </a:ext>
                </a:extLst>
              </p14:cNvPr>
              <p14:cNvContentPartPr/>
              <p14:nvPr/>
            </p14:nvContentPartPr>
            <p14:xfrm>
              <a:off x="6196136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FFD29E4-7DBC-9E7D-7845-BFFD11E2F4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036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2FEF74A-12C0-31DC-EEC9-80FCA1150B1C}"/>
                  </a:ext>
                </a:extLst>
              </p14:cNvPr>
              <p14:cNvContentPartPr/>
              <p14:nvPr/>
            </p14:nvContentPartPr>
            <p14:xfrm>
              <a:off x="5300816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2FEF74A-12C0-31DC-EEC9-80FCA1150B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82816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FCE004B-495D-9425-3978-C457021EF6EF}"/>
              </a:ext>
            </a:extLst>
          </p:cNvPr>
          <p:cNvSpPr txBox="1"/>
          <p:nvPr/>
        </p:nvSpPr>
        <p:spPr>
          <a:xfrm>
            <a:off x="6048530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5E918-74FB-E42D-BD8E-8C38C051E869}"/>
              </a:ext>
            </a:extLst>
          </p:cNvPr>
          <p:cNvSpPr txBox="1"/>
          <p:nvPr/>
        </p:nvSpPr>
        <p:spPr>
          <a:xfrm>
            <a:off x="531870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0A6E6-CD85-81FC-2F77-D1AB6256315F}"/>
              </a:ext>
            </a:extLst>
          </p:cNvPr>
          <p:cNvSpPr txBox="1"/>
          <p:nvPr/>
        </p:nvSpPr>
        <p:spPr>
          <a:xfrm>
            <a:off x="4591626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D3E0B2-BD6F-D992-FD05-2B9965A66EB2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08FEB-844A-5F85-B653-2F87B0264B8F}"/>
              </a:ext>
            </a:extLst>
          </p:cNvPr>
          <p:cNvSpPr txBox="1"/>
          <p:nvPr/>
        </p:nvSpPr>
        <p:spPr>
          <a:xfrm>
            <a:off x="7488403" y="2583424"/>
            <a:ext cx="443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To verify this, we can convert this to decimal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231414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0B40-2703-A364-799A-0440C65C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60AC6-1FA6-1E96-551E-79C346E695CA}"/>
              </a:ext>
            </a:extLst>
          </p:cNvPr>
          <p:cNvSpPr txBox="1"/>
          <p:nvPr/>
        </p:nvSpPr>
        <p:spPr>
          <a:xfrm>
            <a:off x="-2040526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1 0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3A5E6-2C6B-672F-D14E-2513714D84E9}"/>
              </a:ext>
            </a:extLst>
          </p:cNvPr>
          <p:cNvSpPr txBox="1"/>
          <p:nvPr/>
        </p:nvSpPr>
        <p:spPr>
          <a:xfrm>
            <a:off x="4636228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7E648E-E906-B0C1-8AD4-C1B780F8A7B4}"/>
              </a:ext>
            </a:extLst>
          </p:cNvPr>
          <p:cNvSpPr txBox="1"/>
          <p:nvPr/>
        </p:nvSpPr>
        <p:spPr>
          <a:xfrm>
            <a:off x="3735182" y="125998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9A962-2930-8E93-4A31-7EB5C751C411}"/>
              </a:ext>
            </a:extLst>
          </p:cNvPr>
          <p:cNvSpPr txBox="1"/>
          <p:nvPr/>
        </p:nvSpPr>
        <p:spPr>
          <a:xfrm>
            <a:off x="2378595" y="125998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FE48B3-FA6F-3ADF-046D-1809CAC62B0D}"/>
                  </a:ext>
                </a:extLst>
              </p14:cNvPr>
              <p14:cNvContentPartPr/>
              <p14:nvPr/>
            </p14:nvContentPartPr>
            <p14:xfrm>
              <a:off x="2519330" y="1738986"/>
              <a:ext cx="447840" cy="25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FE48B3-FA6F-3ADF-046D-1809CAC62B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1330" y="1720986"/>
                <a:ext cx="483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9A464C-2788-1748-478B-6249E313DCA9}"/>
                  </a:ext>
                </a:extLst>
              </p14:cNvPr>
              <p14:cNvContentPartPr/>
              <p14:nvPr/>
            </p14:nvContentPartPr>
            <p14:xfrm>
              <a:off x="2589170" y="1188186"/>
              <a:ext cx="17532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9A464C-2788-1748-478B-6249E313DC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1133" y="1170146"/>
                <a:ext cx="211033" cy="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394C15-63AF-F30A-B6DE-033231D41BF6}"/>
                  </a:ext>
                </a:extLst>
              </p14:cNvPr>
              <p14:cNvContentPartPr/>
              <p14:nvPr/>
            </p14:nvContentPartPr>
            <p14:xfrm>
              <a:off x="3325010" y="984426"/>
              <a:ext cx="360" cy="1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394C15-63AF-F30A-B6DE-033231D41B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07010" y="966426"/>
                <a:ext cx="36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DFE99E-66EB-9D67-1B13-852616833A87}"/>
                  </a:ext>
                </a:extLst>
              </p14:cNvPr>
              <p14:cNvContentPartPr/>
              <p14:nvPr/>
            </p14:nvContentPartPr>
            <p14:xfrm>
              <a:off x="3318170" y="1291506"/>
              <a:ext cx="7920" cy="17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DFE99E-66EB-9D67-1B13-852616833A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00170" y="1273542"/>
                <a:ext cx="43560" cy="2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1F184A-9AC3-0C94-CDE2-E28912B6CAD8}"/>
                  </a:ext>
                </a:extLst>
              </p14:cNvPr>
              <p14:cNvContentPartPr/>
              <p14:nvPr/>
            </p14:nvContentPartPr>
            <p14:xfrm>
              <a:off x="4067690" y="863106"/>
              <a:ext cx="19440" cy="16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1F184A-9AC3-0C94-CDE2-E28912B6CA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49350" y="845146"/>
                <a:ext cx="55752" cy="199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464095B-0222-AA23-8D98-0B4B5C018ABA}"/>
                  </a:ext>
                </a:extLst>
              </p14:cNvPr>
              <p14:cNvContentPartPr/>
              <p14:nvPr/>
            </p14:nvContentPartPr>
            <p14:xfrm>
              <a:off x="4054010" y="1182786"/>
              <a:ext cx="6840" cy="19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464095B-0222-AA23-8D98-0B4B5C018A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36910" y="1164786"/>
                <a:ext cx="40698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A5AD16-AB14-2BD7-179D-E40C3B71D6E1}"/>
                  </a:ext>
                </a:extLst>
              </p14:cNvPr>
              <p14:cNvContentPartPr/>
              <p14:nvPr/>
            </p14:nvContentPartPr>
            <p14:xfrm>
              <a:off x="3158690" y="1331826"/>
              <a:ext cx="2844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A5AD16-AB14-2BD7-179D-E40C3B71D6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0690" y="1313826"/>
                <a:ext cx="320040" cy="174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2605755-DE31-2A02-E845-DE85211DBFD0}"/>
              </a:ext>
            </a:extLst>
          </p:cNvPr>
          <p:cNvSpPr txBox="1"/>
          <p:nvPr/>
        </p:nvSpPr>
        <p:spPr>
          <a:xfrm>
            <a:off x="3906404" y="464548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5A2DD8-8989-4BA5-CB29-8A6EF452DC6F}"/>
              </a:ext>
            </a:extLst>
          </p:cNvPr>
          <p:cNvSpPr txBox="1"/>
          <p:nvPr/>
        </p:nvSpPr>
        <p:spPr>
          <a:xfrm>
            <a:off x="3176580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50C901-6F80-61A4-7757-72D0BBCDBD1F}"/>
              </a:ext>
            </a:extLst>
          </p:cNvPr>
          <p:cNvSpPr txBox="1"/>
          <p:nvPr/>
        </p:nvSpPr>
        <p:spPr>
          <a:xfrm>
            <a:off x="2449500" y="46454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93F547D-E2F4-17FF-F941-BE997722E9EF}"/>
              </a:ext>
            </a:extLst>
          </p:cNvPr>
          <p:cNvSpPr txBox="1">
            <a:spLocks/>
          </p:cNvSpPr>
          <p:nvPr/>
        </p:nvSpPr>
        <p:spPr>
          <a:xfrm>
            <a:off x="598967" y="239552"/>
            <a:ext cx="11133827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>
                <a:latin typeface="Calibri Light (Headings)"/>
              </a:rPr>
              <a:t>Borrowing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1BDE84-3749-3BD2-B3B7-C4794572B3C6}"/>
              </a:ext>
            </a:extLst>
          </p:cNvPr>
          <p:cNvSpPr txBox="1"/>
          <p:nvPr/>
        </p:nvSpPr>
        <p:spPr>
          <a:xfrm>
            <a:off x="4455125" y="1275234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       8</a:t>
            </a:r>
          </a:p>
          <a:p>
            <a:pPr lvl="7"/>
            <a:r>
              <a:rPr lang="en-PH" sz="8000" dirty="0"/>
              <a:t>(-)           6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5C65A-D495-4897-BAB2-FE9662AA09B1}"/>
              </a:ext>
            </a:extLst>
          </p:cNvPr>
          <p:cNvSpPr txBox="1"/>
          <p:nvPr/>
        </p:nvSpPr>
        <p:spPr>
          <a:xfrm>
            <a:off x="11154673" y="4579121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8859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Multiplication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C51EFE7-F3B4-5B6F-F504-18138553C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050" y="1373077"/>
            <a:ext cx="5549900" cy="47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295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Multiplication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AF204-6F40-0D8B-E030-8D6363014FD4}"/>
              </a:ext>
            </a:extLst>
          </p:cNvPr>
          <p:cNvSpPr txBox="1"/>
          <p:nvPr/>
        </p:nvSpPr>
        <p:spPr>
          <a:xfrm>
            <a:off x="5404419" y="1315803"/>
            <a:ext cx="1904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5000" dirty="0"/>
              <a:t>1 0 1 0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CAA208-0422-0AD1-2386-2CC56D72851E}"/>
              </a:ext>
            </a:extLst>
          </p:cNvPr>
          <p:cNvSpPr txBox="1"/>
          <p:nvPr/>
        </p:nvSpPr>
        <p:spPr>
          <a:xfrm>
            <a:off x="4959831" y="2101969"/>
            <a:ext cx="23490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5000" dirty="0"/>
              <a:t>x 0 1 1 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11B3B-CC74-D20A-FDDD-E0AC14D3AF61}"/>
              </a:ext>
            </a:extLst>
          </p:cNvPr>
          <p:cNvSpPr txBox="1"/>
          <p:nvPr/>
        </p:nvSpPr>
        <p:spPr>
          <a:xfrm>
            <a:off x="4070655" y="5394171"/>
            <a:ext cx="339063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5000" dirty="0"/>
              <a:t>----------------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06326-3FCE-D7B2-E6F9-B8B28E1AC881}"/>
              </a:ext>
            </a:extLst>
          </p:cNvPr>
          <p:cNvSpPr txBox="1"/>
          <p:nvPr/>
        </p:nvSpPr>
        <p:spPr>
          <a:xfrm>
            <a:off x="5404419" y="3184267"/>
            <a:ext cx="1904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000" dirty="0"/>
              <a:t>0 0 0 0</a:t>
            </a:r>
            <a:endParaRPr lang="en-PH" sz="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EFA54-9A25-1640-A8C8-753AEB45FA09}"/>
              </a:ext>
            </a:extLst>
          </p:cNvPr>
          <p:cNvSpPr txBox="1"/>
          <p:nvPr/>
        </p:nvSpPr>
        <p:spPr>
          <a:xfrm>
            <a:off x="4959831" y="3792735"/>
            <a:ext cx="1904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000" dirty="0"/>
              <a:t>1 0 1 0</a:t>
            </a:r>
            <a:endParaRPr lang="en-PH" sz="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EA8EB0-28A1-75D6-CB74-B119C0F6B35B}"/>
              </a:ext>
            </a:extLst>
          </p:cNvPr>
          <p:cNvSpPr txBox="1"/>
          <p:nvPr/>
        </p:nvSpPr>
        <p:spPr>
          <a:xfrm>
            <a:off x="4515243" y="4392876"/>
            <a:ext cx="1904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000" dirty="0"/>
              <a:t>1 0 1 0</a:t>
            </a:r>
            <a:endParaRPr lang="en-PH" sz="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842734-87A5-B101-BDCC-12441272FB16}"/>
              </a:ext>
            </a:extLst>
          </p:cNvPr>
          <p:cNvSpPr txBox="1"/>
          <p:nvPr/>
        </p:nvSpPr>
        <p:spPr>
          <a:xfrm>
            <a:off x="4070655" y="5042136"/>
            <a:ext cx="1904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000" dirty="0"/>
              <a:t>0 0 0 0</a:t>
            </a:r>
            <a:endParaRPr lang="en-PH" sz="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4FE4EC-3296-325F-BBBE-4BC4C06B4F8B}"/>
              </a:ext>
            </a:extLst>
          </p:cNvPr>
          <p:cNvSpPr txBox="1"/>
          <p:nvPr/>
        </p:nvSpPr>
        <p:spPr>
          <a:xfrm>
            <a:off x="4959831" y="2584126"/>
            <a:ext cx="23490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5000" dirty="0"/>
              <a:t>-----------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AF788C-ECEE-8241-4CD2-43622C452E6D}"/>
              </a:ext>
            </a:extLst>
          </p:cNvPr>
          <p:cNvSpPr txBox="1"/>
          <p:nvPr/>
        </p:nvSpPr>
        <p:spPr>
          <a:xfrm>
            <a:off x="4070655" y="5830916"/>
            <a:ext cx="333913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000" dirty="0"/>
              <a:t>0 1 1 1 1 0 0</a:t>
            </a:r>
            <a:endParaRPr lang="en-PH" sz="5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AEE8C-E6F1-E667-9864-2D33BBB2CBDC}"/>
              </a:ext>
            </a:extLst>
          </p:cNvPr>
          <p:cNvSpPr txBox="1"/>
          <p:nvPr/>
        </p:nvSpPr>
        <p:spPr>
          <a:xfrm>
            <a:off x="3272921" y="5042136"/>
            <a:ext cx="92701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(+)</a:t>
            </a:r>
            <a:endParaRPr lang="en-PH" sz="5000" dirty="0"/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A94A132E-0383-7FED-48D9-E0698F8C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0096" y="4223622"/>
            <a:ext cx="202831" cy="20283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2C022FC-B4BD-AF61-E5F9-7D60F07AE6D8}"/>
              </a:ext>
            </a:extLst>
          </p:cNvPr>
          <p:cNvGrpSpPr/>
          <p:nvPr/>
        </p:nvGrpSpPr>
        <p:grpSpPr>
          <a:xfrm>
            <a:off x="6532195" y="4791280"/>
            <a:ext cx="615149" cy="202831"/>
            <a:chOff x="6532195" y="4791280"/>
            <a:chExt cx="615149" cy="202831"/>
          </a:xfrm>
        </p:grpSpPr>
        <p:pic>
          <p:nvPicPr>
            <p:cNvPr id="9" name="Graphic 8" descr="Close with solid fill">
              <a:extLst>
                <a:ext uri="{FF2B5EF4-FFF2-40B4-BE49-F238E27FC236}">
                  <a16:creationId xmlns:a16="http://schemas.microsoft.com/office/drawing/2014/main" id="{6F21C4BD-3DA6-F0EB-23F3-2C29F92D76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32195" y="4791280"/>
              <a:ext cx="202831" cy="202831"/>
            </a:xfrm>
            <a:prstGeom prst="rect">
              <a:avLst/>
            </a:prstGeom>
          </p:spPr>
        </p:pic>
        <p:pic>
          <p:nvPicPr>
            <p:cNvPr id="10" name="Graphic 9" descr="Close with solid fill">
              <a:extLst>
                <a:ext uri="{FF2B5EF4-FFF2-40B4-BE49-F238E27FC236}">
                  <a16:creationId xmlns:a16="http://schemas.microsoft.com/office/drawing/2014/main" id="{77F06FA5-8898-BFD2-642A-6CE4163893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44513" y="4791280"/>
              <a:ext cx="202831" cy="20283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EFB0EB-02AE-3924-D151-34A83C1367E7}"/>
              </a:ext>
            </a:extLst>
          </p:cNvPr>
          <p:cNvGrpSpPr/>
          <p:nvPr/>
        </p:nvGrpSpPr>
        <p:grpSpPr>
          <a:xfrm>
            <a:off x="6064464" y="5452067"/>
            <a:ext cx="1078462" cy="217296"/>
            <a:chOff x="6064464" y="5452067"/>
            <a:chExt cx="1078462" cy="217296"/>
          </a:xfrm>
        </p:grpSpPr>
        <p:pic>
          <p:nvPicPr>
            <p:cNvPr id="11" name="Graphic 10" descr="Close with solid fill">
              <a:extLst>
                <a:ext uri="{FF2B5EF4-FFF2-40B4-BE49-F238E27FC236}">
                  <a16:creationId xmlns:a16="http://schemas.microsoft.com/office/drawing/2014/main" id="{8E037B05-2D81-D386-347B-387DB554B2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40095" y="5452067"/>
              <a:ext cx="202831" cy="202831"/>
            </a:xfrm>
            <a:prstGeom prst="rect">
              <a:avLst/>
            </a:prstGeom>
          </p:spPr>
        </p:pic>
        <p:pic>
          <p:nvPicPr>
            <p:cNvPr id="12" name="Graphic 11" descr="Close with solid fill">
              <a:extLst>
                <a:ext uri="{FF2B5EF4-FFF2-40B4-BE49-F238E27FC236}">
                  <a16:creationId xmlns:a16="http://schemas.microsoft.com/office/drawing/2014/main" id="{20A8162B-AAFE-5C46-44B9-68CF51EECE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32195" y="5466532"/>
              <a:ext cx="202831" cy="202831"/>
            </a:xfrm>
            <a:prstGeom prst="rect">
              <a:avLst/>
            </a:prstGeom>
          </p:spPr>
        </p:pic>
        <p:pic>
          <p:nvPicPr>
            <p:cNvPr id="14" name="Graphic 13" descr="Close with solid fill">
              <a:extLst>
                <a:ext uri="{FF2B5EF4-FFF2-40B4-BE49-F238E27FC236}">
                  <a16:creationId xmlns:a16="http://schemas.microsoft.com/office/drawing/2014/main" id="{0BF9D233-76C3-3210-1287-5A91310B0A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64464" y="5462288"/>
              <a:ext cx="202831" cy="2028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96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5" grpId="0"/>
      <p:bldP spid="21" grpId="0"/>
      <p:bldP spid="25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2710F61-F199-7167-9066-93EEDD079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30" y="1423730"/>
            <a:ext cx="5753100" cy="458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408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ED0B253-A07D-9EAB-5AD6-9DC1B5F827D2}"/>
              </a:ext>
            </a:extLst>
          </p:cNvPr>
          <p:cNvGrpSpPr/>
          <p:nvPr/>
        </p:nvGrpSpPr>
        <p:grpSpPr>
          <a:xfrm>
            <a:off x="4332365" y="1854025"/>
            <a:ext cx="1865270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2C81225-DD23-388D-C640-22EBAF76074C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F3CB78-8D90-BCF2-3D98-679A001C1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EB802CD-CF09-E20C-4B68-D1EE25F63E0A}"/>
              </a:ext>
            </a:extLst>
          </p:cNvPr>
          <p:cNvSpPr txBox="1"/>
          <p:nvPr/>
        </p:nvSpPr>
        <p:spPr>
          <a:xfrm>
            <a:off x="3137889" y="1854025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3DF5AA-63F5-2E55-1344-06859488709A}"/>
              </a:ext>
            </a:extLst>
          </p:cNvPr>
          <p:cNvSpPr txBox="1"/>
          <p:nvPr/>
        </p:nvSpPr>
        <p:spPr>
          <a:xfrm>
            <a:off x="4392278" y="1839347"/>
            <a:ext cx="18053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98474A-2859-C24D-3404-08D44BB1E701}"/>
              </a:ext>
            </a:extLst>
          </p:cNvPr>
          <p:cNvSpPr txBox="1"/>
          <p:nvPr/>
        </p:nvSpPr>
        <p:spPr>
          <a:xfrm>
            <a:off x="4392277" y="2225263"/>
            <a:ext cx="9821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372383-8ECD-CB34-ED05-0230C5B00EEC}"/>
              </a:ext>
            </a:extLst>
          </p:cNvPr>
          <p:cNvSpPr txBox="1"/>
          <p:nvPr/>
        </p:nvSpPr>
        <p:spPr>
          <a:xfrm>
            <a:off x="5214690" y="1337996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</a:t>
            </a:r>
            <a:endParaRPr lang="en-PH" sz="30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A789C20-051C-42CE-CAE4-2305DB8FC61C}"/>
              </a:ext>
            </a:extLst>
          </p:cNvPr>
          <p:cNvGrpSpPr/>
          <p:nvPr/>
        </p:nvGrpSpPr>
        <p:grpSpPr>
          <a:xfrm>
            <a:off x="4115905" y="2212700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4C1C47-37AA-74B2-72A5-A94A68DBED47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FCB116-7218-9D5C-51B8-5E7D28AE27C4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547B6C5-56B0-8B44-7B1A-F4037EFAA2F8}"/>
              </a:ext>
            </a:extLst>
          </p:cNvPr>
          <p:cNvSpPr txBox="1"/>
          <p:nvPr/>
        </p:nvSpPr>
        <p:spPr>
          <a:xfrm>
            <a:off x="5243104" y="3260306"/>
            <a:ext cx="9545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9D4312-38B3-5E88-16A0-EB0AA4675A50}"/>
              </a:ext>
            </a:extLst>
          </p:cNvPr>
          <p:cNvSpPr txBox="1"/>
          <p:nvPr/>
        </p:nvSpPr>
        <p:spPr>
          <a:xfrm>
            <a:off x="5498349" y="1337996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A228C1-FA88-4F13-D5EC-2EE9A5E9E358}"/>
              </a:ext>
            </a:extLst>
          </p:cNvPr>
          <p:cNvSpPr txBox="1"/>
          <p:nvPr/>
        </p:nvSpPr>
        <p:spPr>
          <a:xfrm>
            <a:off x="4254090" y="3561383"/>
            <a:ext cx="19253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---------------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EDC71A-5865-AB64-F76C-5B317170175E}"/>
              </a:ext>
            </a:extLst>
          </p:cNvPr>
          <p:cNvSpPr txBox="1"/>
          <p:nvPr/>
        </p:nvSpPr>
        <p:spPr>
          <a:xfrm>
            <a:off x="5229138" y="2786276"/>
            <a:ext cx="3675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10589B-C8B8-802A-C898-B7D5A27A57F3}"/>
              </a:ext>
            </a:extLst>
          </p:cNvPr>
          <p:cNvSpPr txBox="1"/>
          <p:nvPr/>
        </p:nvSpPr>
        <p:spPr>
          <a:xfrm>
            <a:off x="4117886" y="3222252"/>
            <a:ext cx="2763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-</a:t>
            </a:r>
            <a:endParaRPr lang="en-PH" sz="3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764235-2CB4-EB89-5F04-E71BA206D585}"/>
              </a:ext>
            </a:extLst>
          </p:cNvPr>
          <p:cNvSpPr txBox="1"/>
          <p:nvPr/>
        </p:nvSpPr>
        <p:spPr>
          <a:xfrm>
            <a:off x="5811862" y="3900514"/>
            <a:ext cx="3675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 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18EE653-B350-6B49-50F8-FD5F90A8DE0A}"/>
              </a:ext>
            </a:extLst>
          </p:cNvPr>
          <p:cNvCxnSpPr>
            <a:cxnSpLocks/>
          </p:cNvCxnSpPr>
          <p:nvPr/>
        </p:nvCxnSpPr>
        <p:spPr>
          <a:xfrm flipH="1">
            <a:off x="5431858" y="2268590"/>
            <a:ext cx="5025" cy="480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4FB53EF-5A96-ABBD-95C3-6A1A790ADB9E}"/>
              </a:ext>
            </a:extLst>
          </p:cNvPr>
          <p:cNvSpPr txBox="1"/>
          <p:nvPr/>
        </p:nvSpPr>
        <p:spPr>
          <a:xfrm>
            <a:off x="5783978" y="1332371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3D07B8-5113-BFC4-78E3-0D8D8792CC4D}"/>
              </a:ext>
            </a:extLst>
          </p:cNvPr>
          <p:cNvSpPr txBox="1"/>
          <p:nvPr/>
        </p:nvSpPr>
        <p:spPr>
          <a:xfrm>
            <a:off x="5833038" y="2785453"/>
            <a:ext cx="3675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A2F237-FA4E-8190-DD82-6A6E9EB61FD2}"/>
              </a:ext>
            </a:extLst>
          </p:cNvPr>
          <p:cNvSpPr txBox="1"/>
          <p:nvPr/>
        </p:nvSpPr>
        <p:spPr>
          <a:xfrm>
            <a:off x="5536574" y="2785453"/>
            <a:ext cx="3675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0C99C3-E497-CFC2-6BA0-36391D585FDC}"/>
              </a:ext>
            </a:extLst>
          </p:cNvPr>
          <p:cNvSpPr txBox="1"/>
          <p:nvPr/>
        </p:nvSpPr>
        <p:spPr>
          <a:xfrm>
            <a:off x="4917538" y="133388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CF11F1-3A9B-FBC7-80FA-B2241DA003A1}"/>
              </a:ext>
            </a:extLst>
          </p:cNvPr>
          <p:cNvSpPr txBox="1"/>
          <p:nvPr/>
        </p:nvSpPr>
        <p:spPr>
          <a:xfrm>
            <a:off x="4959069" y="2791964"/>
            <a:ext cx="3675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 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757F7B6-0563-C6AA-619F-8B4178302E6C}"/>
              </a:ext>
            </a:extLst>
          </p:cNvPr>
          <p:cNvCxnSpPr>
            <a:cxnSpLocks/>
          </p:cNvCxnSpPr>
          <p:nvPr/>
        </p:nvCxnSpPr>
        <p:spPr>
          <a:xfrm flipH="1">
            <a:off x="5710647" y="2278165"/>
            <a:ext cx="5025" cy="480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0CBD8D2-801C-FFB0-FE8A-A1EDC907B4FC}"/>
              </a:ext>
            </a:extLst>
          </p:cNvPr>
          <p:cNvCxnSpPr>
            <a:cxnSpLocks/>
          </p:cNvCxnSpPr>
          <p:nvPr/>
        </p:nvCxnSpPr>
        <p:spPr>
          <a:xfrm flipH="1">
            <a:off x="5977361" y="2267767"/>
            <a:ext cx="5025" cy="480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0C8E710-08B9-E775-29FD-EB070DF34756}"/>
              </a:ext>
            </a:extLst>
          </p:cNvPr>
          <p:cNvSpPr txBox="1"/>
          <p:nvPr/>
        </p:nvSpPr>
        <p:spPr>
          <a:xfrm>
            <a:off x="6902613" y="1363123"/>
            <a:ext cx="4805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b="1" dirty="0"/>
              <a:t>Step 1</a:t>
            </a:r>
            <a:r>
              <a:rPr lang="en-PH" dirty="0"/>
              <a:t>: Count the number of bits of the divisor. 101 has </a:t>
            </a:r>
            <a:r>
              <a:rPr lang="en-PH" b="1" dirty="0"/>
              <a:t>3 bits.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2492501-73EC-E5C7-7B2F-235B1C406DE3}"/>
              </a:ext>
            </a:extLst>
          </p:cNvPr>
          <p:cNvSpPr txBox="1"/>
          <p:nvPr/>
        </p:nvSpPr>
        <p:spPr>
          <a:xfrm>
            <a:off x="6822544" y="2358714"/>
            <a:ext cx="4434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 Step 2</a:t>
            </a:r>
            <a:r>
              <a:rPr lang="en-PH" dirty="0"/>
              <a:t>: Get the last three bits of the dividend starting from the left.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5D1C02-F654-94D8-3720-5946D83DE16E}"/>
              </a:ext>
            </a:extLst>
          </p:cNvPr>
          <p:cNvSpPr txBox="1"/>
          <p:nvPr/>
        </p:nvSpPr>
        <p:spPr>
          <a:xfrm>
            <a:off x="6902612" y="3169639"/>
            <a:ext cx="3950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3:</a:t>
            </a:r>
            <a:r>
              <a:rPr lang="en-PH" dirty="0"/>
              <a:t> Perform division. 101 / 101 is 1.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53B54-30BE-2754-9E9C-C44D23575706}"/>
              </a:ext>
            </a:extLst>
          </p:cNvPr>
          <p:cNvSpPr txBox="1"/>
          <p:nvPr/>
        </p:nvSpPr>
        <p:spPr>
          <a:xfrm>
            <a:off x="6902611" y="3703565"/>
            <a:ext cx="4013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4:</a:t>
            </a:r>
            <a:r>
              <a:rPr lang="en-PH" dirty="0"/>
              <a:t> Multiply the quotient and the divisor. 101 x 1 is equal to 101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4C3D59-D820-E08E-6240-5BB2856D62BD}"/>
              </a:ext>
            </a:extLst>
          </p:cNvPr>
          <p:cNvSpPr txBox="1"/>
          <p:nvPr/>
        </p:nvSpPr>
        <p:spPr>
          <a:xfrm>
            <a:off x="6902612" y="4460682"/>
            <a:ext cx="2834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5:</a:t>
            </a:r>
            <a:r>
              <a:rPr lang="en-PH" dirty="0"/>
              <a:t> Perform subtraction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BE27DAD-2308-05C0-D161-66D5126659F3}"/>
              </a:ext>
            </a:extLst>
          </p:cNvPr>
          <p:cNvSpPr txBox="1"/>
          <p:nvPr/>
        </p:nvSpPr>
        <p:spPr>
          <a:xfrm>
            <a:off x="6902611" y="4997761"/>
            <a:ext cx="4757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6:</a:t>
            </a:r>
            <a:r>
              <a:rPr lang="en-PH" dirty="0"/>
              <a:t> Each time we bring down a number, add a zero to </a:t>
            </a:r>
            <a:r>
              <a:rPr lang="en-PH"/>
              <a:t>the quotient.</a:t>
            </a:r>
            <a:endParaRPr lang="en-PH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FA3A804-1301-DCF9-5DE7-DB41ADB009C6}"/>
                  </a:ext>
                </a:extLst>
              </p14:cNvPr>
              <p14:cNvContentPartPr/>
              <p14:nvPr/>
            </p14:nvContentPartPr>
            <p14:xfrm>
              <a:off x="4345014" y="1870597"/>
              <a:ext cx="985320" cy="4831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FA3A804-1301-DCF9-5DE7-DB41ADB009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6014" y="1861597"/>
                <a:ext cx="1002960" cy="500760"/>
              </a:xfrm>
              <a:prstGeom prst="rect">
                <a:avLst/>
              </a:prstGeom>
            </p:spPr>
          </p:pic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6CB5BF9E-A8B2-0E97-B5C1-EC42C6304CFF}"/>
              </a:ext>
            </a:extLst>
          </p:cNvPr>
          <p:cNvSpPr txBox="1"/>
          <p:nvPr/>
        </p:nvSpPr>
        <p:spPr>
          <a:xfrm>
            <a:off x="6902610" y="5696281"/>
            <a:ext cx="4757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6:</a:t>
            </a:r>
            <a:r>
              <a:rPr lang="en-PH" dirty="0"/>
              <a:t> Repeat step 3, 4 and 5</a:t>
            </a:r>
          </a:p>
        </p:txBody>
      </p:sp>
    </p:spTree>
    <p:extLst>
      <p:ext uri="{BB962C8B-B14F-4D97-AF65-F5344CB8AC3E}">
        <p14:creationId xmlns:p14="http://schemas.microsoft.com/office/powerpoint/2010/main" val="192725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1" grpId="0"/>
      <p:bldP spid="42" grpId="0"/>
      <p:bldP spid="44" grpId="0"/>
      <p:bldP spid="47" grpId="0"/>
      <p:bldP spid="48" grpId="0"/>
      <p:bldP spid="53" grpId="0"/>
      <p:bldP spid="82" grpId="0"/>
      <p:bldP spid="85" grpId="0"/>
      <p:bldP spid="86" grpId="0"/>
      <p:bldP spid="87" grpId="0"/>
      <p:bldP spid="88" grpId="0"/>
      <p:bldP spid="92" grpId="0"/>
      <p:bldP spid="93" grpId="0"/>
      <p:bldP spid="94" grpId="0"/>
      <p:bldP spid="95" grpId="0"/>
      <p:bldP spid="96" grpId="0"/>
      <p:bldP spid="97" grpId="0"/>
      <p:bldP spid="10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FD9CF-CA27-5A22-89B5-D91A8AD6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054A70F-4EC6-CD90-CA3B-0A78AAA1E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72BB5E4-DE52-2A7C-097B-954E9ADE21CE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0823550-310F-5C7D-6E1C-378FCF38EEF9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6FF8E6-5253-B3D9-A081-4D936B10C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F173601-6F95-E4AA-22D1-18473C27001E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9EC3D1-42A1-B3CA-71F5-3DE294ACD729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</p:spTree>
    <p:extLst>
      <p:ext uri="{BB962C8B-B14F-4D97-AF65-F5344CB8AC3E}">
        <p14:creationId xmlns:p14="http://schemas.microsoft.com/office/powerpoint/2010/main" val="359702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39970-8A9A-08E2-C1C4-E0C8EAF5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41139DF-4404-AB99-9A4F-83D028360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EB48BD6-50F5-9C5E-BEB6-6E863A5AB373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C294933-639B-34A6-C72E-A2EBE9DF9594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2AE434-3765-3B34-F640-989E62AFB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9840A8C-0674-EB02-A62D-006D9C44F802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EBB8CB-85B0-184A-C2E0-1D33ED6655EC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7EBEFEF-9C37-A15A-020F-2EDB959C3825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D16C3-ECFF-EFEF-8C03-A81E485A41D7}"/>
              </a:ext>
            </a:extLst>
          </p:cNvPr>
          <p:cNvSpPr txBox="1"/>
          <p:nvPr/>
        </p:nvSpPr>
        <p:spPr>
          <a:xfrm>
            <a:off x="8249337" y="1606315"/>
            <a:ext cx="16492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We start by counting the number of bits of the divisor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393485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8E43B-B1D6-16A7-FC68-0647FA37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3A79F2B-1522-8EF0-1DF3-47755EA81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9063415-1D3B-7FA7-E747-D27F46CEC7A1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472564-DF33-2829-E68B-D50E542B867B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6F7313-5100-E4E4-047F-4FE599896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B7C3B08-E11A-F56A-1546-2723580F0FF5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EB2A28-5791-B5DA-F8F3-E091ACEC1BDF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53159E0-9FEA-D873-9C42-C4601870748B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96D6841-2F92-8B22-55BA-498DA2AF8237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F457295-E452-A2AB-953A-D263CB924270}"/>
              </a:ext>
            </a:extLst>
          </p:cNvPr>
          <p:cNvSpPr txBox="1"/>
          <p:nvPr/>
        </p:nvSpPr>
        <p:spPr>
          <a:xfrm>
            <a:off x="8249337" y="1606315"/>
            <a:ext cx="33373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Because </a:t>
            </a:r>
            <a:r>
              <a:rPr lang="en-PH" b="1" dirty="0"/>
              <a:t>110</a:t>
            </a:r>
            <a:r>
              <a:rPr lang="en-PH" dirty="0"/>
              <a:t> is larger than </a:t>
            </a:r>
            <a:r>
              <a:rPr lang="en-PH" b="1" dirty="0"/>
              <a:t>101</a:t>
            </a:r>
            <a:r>
              <a:rPr lang="en-PH" dirty="0"/>
              <a:t>, we need to shift one bit to the right to divide 110 with a larger number.</a:t>
            </a:r>
          </a:p>
          <a:p>
            <a:endParaRPr lang="en-PH" b="1" dirty="0"/>
          </a:p>
          <a:p>
            <a:r>
              <a:rPr lang="en-PH" dirty="0"/>
              <a:t>By doing this, we will now divide </a:t>
            </a:r>
            <a:r>
              <a:rPr lang="en-PH" b="1" dirty="0"/>
              <a:t>1011</a:t>
            </a:r>
            <a:r>
              <a:rPr lang="en-PH" dirty="0"/>
              <a:t> with </a:t>
            </a:r>
            <a:r>
              <a:rPr lang="en-PH" b="1" dirty="0"/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247234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BF6C4-71A6-FFE0-897A-9D72B3A2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13A5AB0-C62E-83A8-AA40-C4BC5A125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ED03ED6-97EF-0661-0455-1D309D70AD7F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D5E4215-EFA5-74D3-1DC5-593FE2C3C1EC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4BB926-5592-7A04-6CA4-CC899EF9E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7D9E079-A5E5-B3C7-676E-E4FFA79F52B3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066A04-6B0B-FD63-6EFE-2458DE205271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739A42-37A8-8246-6A1B-06B70E0AB418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015974C-B816-5BE7-8AAD-31E09549847C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4AB277-4611-01DE-C5F4-9E1345307167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446FBA-4C8F-0EA9-891D-E112531CBF72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6976E50E-41D8-74CB-F7DC-8C68B2654259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DFA412-DF04-9C63-4BE2-1C0C38247CDD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</p:spTree>
    <p:extLst>
      <p:ext uri="{BB962C8B-B14F-4D97-AF65-F5344CB8AC3E}">
        <p14:creationId xmlns:p14="http://schemas.microsoft.com/office/powerpoint/2010/main" val="2096810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3608A-4826-A16B-143D-86314F5F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CF1A4E0-49EE-C7C6-2D68-23A009DDB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3E9A09-8B13-96B2-1E4A-A24268DBF077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3CD8C07-1DC0-6F65-22CD-4BFA11F4FAF5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AEB14A5-5564-CB7C-986C-BFD5613D88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861B10-66B8-884A-AE04-7010F2DAC874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461730-3EE8-AC90-493E-E30447E089DF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A3D96F6-AA68-BA20-FD32-52077FD54586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5451780-4C63-B074-743C-0EBC2CC9BEAD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590680-7800-46F4-8048-841358B6D1F0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4EFE99E-9318-84EE-F4BF-D0D934CD90BB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5FD5C79-0A5E-CF83-5C03-CB30710448D9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6F9A91-D992-AFB6-151C-4AF22ED0A76D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84598-AC2C-18CC-FBC5-1C4601E8719A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555162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00038-6061-5978-27FB-96E87B55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35A8FBE-101E-3AFC-F223-BB84C733D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588558-81E2-7F72-6875-46AC2CF28AF9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6AB227C-BFE3-2C8F-0A2C-E27F9B389EC5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521E7E-EF62-8608-875D-94A07D303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8089562-212F-9B77-842C-FDF3C80D6387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39127-EF26-7BB8-6F88-854488BFFC01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FDCD805-7DCD-8428-8EBF-CAC3872BA2A1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E0B74A-B302-94BF-79C9-E446093579D0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3BF3DC8-E2C4-368A-15E2-544382C772C5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70DC9ABB-28FC-659D-673A-EBBF66AB9274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ECE300-F5BA-81DE-8450-D6170177ACE0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55BF2-5546-DF90-A26B-C841A15C243C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7BCEA8C-73CF-D29E-9F25-EC61B54BA160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D2547-2388-A042-3D82-41934304DA8E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358168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8E9EA-73CE-1319-8C41-B337C31C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3D7AE9F-BB63-314C-EE01-F83114607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76F311-0DA1-A280-8FA5-2E22B4160E07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C57EF94-0374-476F-4CBC-3E293613876E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A897B3-CD3A-7CEB-3882-683F7B34AC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E1D2009-9AAD-0818-1C52-211120F3F77B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66119F-83EF-1680-6BAC-0399B41B2846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B64D1E9-0746-8EFE-F438-E006BB25D65D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D26B17-D029-F37D-28FA-BED049928577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A0D0724-DBF8-5C72-DC08-10B1835A9C6A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95A12F09-E674-0533-0B86-83A9DE102412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5066E1-13D9-BDC7-D51C-1CF7DD7D214E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D0E5E6-EDF2-69D5-985D-4218BFEDDCCA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B08544-D99D-457E-E23C-690ECE160D7E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85EC75-B366-64FF-587C-216769630CAF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A8228-5C4A-0AF0-A9FE-5BE3543DFB0D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912359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9D56D-A836-D3C2-E815-505E7E02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82C5D93-CD0F-FF17-D727-48C30E76C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C3A591-B1A4-255B-D12F-0286AB88EC00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CCC9855-84FE-0718-7A5D-139305AB2A54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20B7414-4CB7-5ED6-9607-D87523AF9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A6A542B-BB79-53F3-5923-4244A35773B4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8B3448-7F60-3F64-FA1F-0C29F225EC69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E49A611-5071-5B47-F278-6D33278F910F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A9B25F-ADAC-2C22-C6A4-8B73D7FCB4EE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6F2F4F-9EF9-4FE9-0E64-946943D952B3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7C784F16-3D9B-9F8D-75DB-1A5D3352CEE3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BB9F6F2-F235-FD39-5D88-2C0AEAF9A294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441FE5-8C1D-9134-369E-AD2343650E32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DD02F9A-1233-B071-D04A-72D98B771E66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D2AB66-AEA6-2EDA-A032-6CFA1AF3DAED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60A619-A1D9-1C83-0716-C71548C53601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D65A00-7239-C8D9-22F3-827BB5165D9E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4371AE-2EBE-E887-77A8-FB7287FF0D59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31AC16-DB77-96C8-1C40-18B4E558D5A1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E8D9BED-AC3A-6523-E35B-C315925B3D7C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425918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064DE-3AF5-3DB7-BCF8-C753CC12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CE3672B-2FAD-522C-98E3-560674E2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C666186-8EBA-007E-2E02-0BD0B656BF06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8F7DF26-3E7E-1D5F-1FFE-10C5A1E575FC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A54227-5C5F-97D8-47D1-A8DFF08AD8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5EC5E78-12AB-FA34-5683-63E3CBA6C0D2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DBEB2-6F41-08F2-1612-97E070DE55DB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787C9CA-01F9-F6C9-E9DF-D4CE77626A91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24F609-3695-8085-CB17-7FF4A5B9B528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6A1E8D-0AD0-7461-A20A-A0C7142C13E2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00CBA553-D9CB-56CB-0F83-0001BB9EEA6A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D5719A2-DEFC-0C45-D932-4AACFFE1BA9B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296050-DA98-9AC6-BB85-2C32BA56CA62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CB3E6EF-0B27-25FA-B23B-EF0FDC5295D4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037004-D88E-DC04-CE35-2F4C262B3062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9BFB1F-6715-C466-80BC-499A9F50B1CB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8A194EF-9508-DC0B-2BFA-0C65F196FFC3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3ACA095-542E-B0F5-B27F-4386DDDA9121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BC2EB47-25EE-13C8-B309-A0B107269D26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C5C2583-3250-62A6-B869-3B5D4BC6FF99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C4641-CBE6-0C24-29FE-B714FC9B3606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808364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1CAA4-B00F-96F6-49E3-1FA09F4F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4F0C386-3160-DEEA-B2BA-EA0522F07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65306B-AAF4-0A57-B457-892451E8856A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95F7B8-797B-925F-22FD-584CBD6A2F41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6190C0-FBF2-540F-0B82-3E1F5E304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EE8C86A-945F-C306-D4F5-68B0FDC933AF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40437D-E45E-BFE8-0786-C232F04C10DB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D18DFEF-026E-CF06-744B-069EA637A4EB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AFFECB-2338-1582-6355-9282B6425977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6B67BC-0F6D-B674-D69A-A397C756E208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344D263-7CAE-D9D5-B4FE-340811558728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7F4B02-3F92-447A-21AD-B87778DF6334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5BA0F-F980-422B-72B0-5B56590B43A8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C4DAC2-6B5D-CB8E-CBD6-C0BD90607F4C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91D7D0-E324-BCB0-7C17-EEC494A944A9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70EB6B-EBA3-9756-E2D7-0461361EEB37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48EE29E-C68A-F227-1B7F-84E785B8BDED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AE087C6-2885-90B7-20E0-603181090622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83E6FAF-2442-A6AA-21D2-FE420ED930A5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EEFF445-0B6A-E630-769F-D9BF68768D9E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F332CA-74F2-00E0-3618-DC4E34AFA3C0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8655FC-4158-3EFD-6132-BFE0CC6F8E6D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612105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00864-3DAF-3EAF-3B99-6BEDB595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47BE6C2-F852-8793-7C6A-3D5616485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118380-7C28-0644-6DA6-7D6BFDDB7A41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9E683BD-9A58-57AF-6803-A8C83357A52B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B46D51-7FA8-4C3E-FEC6-E93B2E9D9C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CA97231-397C-A2F9-FA15-B2867DCAC2C1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90F571-0839-9A55-031D-C9489936011E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AC745DE-0798-7D2F-029B-30552096ABB5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4BF0EC3-127E-F3EC-D2BE-E16DBA8B61A9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68F224-FA04-77D5-E1FB-31CC0566BF41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43BE62F-E400-F455-F0D2-A6EC3422036D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E0A671-1964-562C-7A64-62CB058E988B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E00E67-D6D8-83F5-BC0C-95B4FC235216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3FA039-6D4E-38FC-2B53-B613842175E9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2AB05B-F842-B6C8-DC25-E139EFEA4CFF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79BEAC-EC72-2B71-8D4F-B9BEF34355FB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EAEA4A-70C6-3505-17BF-DBBDE4561B58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DE9F19C-45DE-0268-B1FF-A3BABF50303C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D5F75AB-80CD-692F-9B7C-831B461468E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658CDED-B779-BA7E-E7CC-7B63CBAFFD4C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A4A1FB-EA8B-F188-8E81-5757EF9F7A0F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7B59EE-A07C-5865-1BF8-6521A7A504EF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4E1EF-E6E2-EB8E-2976-4F32C212844F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294065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0C48B-EAD5-B931-1794-BBF71120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5339763-2800-1071-9781-559896F5D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DC130D8-C977-4C5F-2D85-0DFD31D83D18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C32E525-B6F5-9BE5-5944-7B7A3633E3B5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C35A56-53E0-E241-6220-454209117A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32959EE-BD26-07F9-AB93-17C674A0D180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315E80-A3A0-CE7E-725E-3668F5EF490C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7919D09-39E4-A507-4904-8340298290E0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DB957C0-39DE-3460-AB8F-2388CD3F9FBB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F04A7A-C790-225F-6C70-A0DEA2E33301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02DA4A75-7BB8-7239-4CF9-891FE28FD264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B5BF2C9-00F5-D728-3F27-AEC196C8BB49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A1F624-AECA-6EC5-8AA3-143D6C62245E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7BFFD3-E1F0-36BE-D3A5-AC4A80BFD087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14ED99-5F23-A6F8-DA09-8E9724DFBF81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6AB852-24D9-EFAD-C51D-76B2C415474E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0A45DD-CA90-2444-84F6-CFA080775B8C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1CDA7E9-28BA-A82D-1405-B2B564342772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581969B-4AAC-F726-23C2-CA509442AA8A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83D2584-BD53-E941-A4FF-6A38565EE42C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120298-1155-3CD8-14DE-F9FE2C8AE48F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4418BC-C620-7F2D-AA44-46DF366F8759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12F62A-289F-5C95-7CE6-314311BAD230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E08DB5-1E8A-8749-02C6-7F20180D066F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CBF4E8-632D-1AA5-0518-CD06AB80E8C3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935F576-1EB2-A6A2-1288-8A2E9AF4D052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C2D76-E560-47A1-9CA6-7F548D2D919B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683426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43471-E1BF-F832-9D5C-7AA07747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E82B311-6C03-4D60-479B-40B301BA8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224C7C7-19AE-CAC9-0E09-16FF75471200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D3CD5B-4A0D-C516-7767-D4351F072D4A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946FD5C-4945-D8F4-9FBA-BD37DBF61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02A5ED-E5F8-FF4F-0A48-9EEBEE4F7DDF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12A92D-22D5-BA3B-5743-3F6E1E89BCD3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72AFAB4-C11E-4389-D497-A9A74BA07EE9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2895DB8-C814-070D-8E64-12569137A0E1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AD1A16-D19D-9DD5-95AA-11F918E13CE6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D039C0A8-4ED9-9A69-4613-7E1CF1BC94C7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14EB738-D74D-5CAA-927A-4117341540D7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00D941-916B-361B-B4C8-A2E5796A1AA5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5F02EBF-6AC2-68A7-D719-53070286A331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B82326-0679-25CA-5616-BAAC20649C28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BF410F-5C15-2588-F674-CEBC43BFD57F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FC1D9D-C89F-94E3-1B16-0A9F76E1306B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1B02CF-1F98-AD36-349D-E50076F5D4E4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12B49A9-A25A-32F6-127E-EDFF126E631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80A2608E-99EB-7FF8-3115-07757FDB1ACF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82A09-2AEF-A3AB-0E9D-D82DE13B55FE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2D78024-553A-E56A-B23B-D429EC1A76CC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2C0F22-1410-9A46-B552-EAF7EDDFEE2B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CF7FB0-0EA2-2E05-E08F-B52CD742498B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2BF206-7990-FDD8-5590-710F5D09C4F9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32CA0F9-E7A5-FF74-6CCD-31AD38101AF9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E2411-9FC6-A563-93AD-AD167952B6AD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E1281-88B2-C9B1-9F5D-1F92DF49B5F4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403370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157F0-A3EF-B117-7AB1-E06D2C30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1E4C6C8-5046-F5C7-FAEA-3CEE7668E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AF72CBD-2649-7CB3-D8AF-7ECF6D180036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7E6D1C1-6D5F-D8F6-8F5C-5DD242ACB1D4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F49ECC-C3AB-42C8-D94D-FDD03B612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B55101F-A63B-21C0-AE3C-8C6B2D6A5CC2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7BFED9-C182-2EAA-C4B3-24500B7E3E2F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B998BC9-2607-6713-BB43-C1014855FF5A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9D5F1F-50DC-372F-4AC2-77EF01C1E1EB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4D96AC-04C9-4923-18DB-3A5B4CA5535B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F5457E08-FC5C-1E7E-2F48-58DDEF20FF61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F23E81-0439-1158-76FA-C89F718891EB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ACD96F-E61D-52FA-A1BC-81CD251B190C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DAE1F4-903E-FB61-66A9-E7006D0B991D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184165-8894-8FC1-3050-0C515F4F07EC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9A5AB3-D4B7-B9ED-07B5-71E129A6E7F3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4B890AE-6639-F6A8-22B7-DE5EE06DECF2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AF883AD-7986-C0D0-BD98-FC2BF32E60A6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66961E8-07C9-FA5B-7D88-1E72F8072A3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8D0D9F91-8E24-9E6C-F99F-ECBF0245F3AE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48B45E-487E-9623-5A31-D0E95226DCD2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593EF1-7CF2-E635-C504-249470D96F6C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894564-2623-A10C-B39B-FACB054CBC4E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A9CB12-6C60-883A-EA1B-689A2E230AD1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D20EE7-6121-A274-2158-D2A01046C2C5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81C813-1FD0-56F5-0B7D-CE9A220C602D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01758-E670-B13D-5065-6E4A330FA7DA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8125F-A3D8-E81C-0880-23D0C9FF4E93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1461570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3AC0D-80F1-90ED-865F-4935E701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D512FE3-CA99-FDB9-6211-DB05CC6F2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452570-F189-B0E9-F3F1-0B38F5E17D3D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03B79F4-D927-A663-5854-CC4E2E4963E2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D87FAE-4DC0-925F-5FCA-548D28910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9A152FD-8A56-BAEA-40B2-2EBC00E90395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E64548-8FD2-87E5-9C45-D07CCA79FFD3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4D315EE-03E0-2C33-6BE9-4368C8EA891C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BE725F-BAA9-3BE3-F3CE-52D64D583856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0E7EFA1-9DFA-E81D-1221-03641CB06D35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CE100A3-4C78-E1DD-973C-8FF938961B2F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4F97B8-1F69-AA4E-3450-E620408D7E19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81FBCC-5870-24D7-4844-33FA8FBC1E04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19375C-357C-C51D-BE23-191E3B253B59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27DE5D-36B3-B115-FE17-13BBA02BAE12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A6E6A7-A62A-3629-8BD5-91276BD4B8A0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58AE629-FC3B-B9A9-ECFE-0AA2F747E71A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4772DF-DAC0-D75D-300A-6A6B70443014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B979619-C203-DA73-B7D4-C07E3C12BD68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B8C5C0C9-4492-69C9-C8FB-F49D123A1EE9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055EBA-E340-C09A-35B1-294174968CE6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753E74-A3FE-2250-769A-CC5F52849AEC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70F966-F59F-E381-04DF-B49A29BCEAC0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B21707-AC86-5881-363C-DD4BE7CCD860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3405CA-7501-671B-425D-26F9D662CAB8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BFE9B66-10C6-9898-2BF5-BA27265E2A79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03676-E5B0-8956-1003-70F5F107EE36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9CDD21-A1B9-9F70-1178-D0D1880077B2}"/>
              </a:ext>
            </a:extLst>
          </p:cNvPr>
          <p:cNvCxnSpPr>
            <a:cxnSpLocks/>
          </p:cNvCxnSpPr>
          <p:nvPr/>
        </p:nvCxnSpPr>
        <p:spPr>
          <a:xfrm>
            <a:off x="6837105" y="2092516"/>
            <a:ext cx="0" cy="256302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1B04A6-2A4D-3C75-8FBB-65763C402A71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244517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FAF5D-AA70-EC9F-CD2B-3959A08A9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3B13DF3-CC45-D69C-7218-25C17CF76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0BAE6E-862A-6C94-6297-205D3C47D8CB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6D8F1F1-9CDC-81B3-2ABD-408B2B0C8486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1E392A-A5C4-EDE5-7812-55EF9D89AD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0A926A-8C29-73C7-74E5-EE7206ACA7B6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28E955-EAA0-5BC6-26A2-360F280EBAAC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3333B3F-020A-B0C9-6ED5-123E59041D0C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F47A87-AE01-6C1E-C1D0-8C14627859F9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48C317-2F15-AB04-447F-BC99CBC7E4A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DFF17A8F-A411-1076-25D4-5555677658B5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BA0922-B7D7-A9A3-1604-4286D2EC067F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75BB80-F2DD-8E8A-5DEC-28E19C127EE7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5BA54EA-BEE7-80D7-1396-4135C4A20805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ED8F1F-72FA-81D4-9F3A-07B4FDA1DEEA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616143-31EE-6EDD-63F9-CF1FA209BC8C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795A86D-E4BA-D4D2-14F0-93C9F3FB43A3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36EE97B-C6C2-9C3D-90E0-8F1D691DEB51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E724159-B3F5-1147-0F93-1BA5301BA550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B64B212B-E0CE-5E55-C0D3-7F46F658E5E4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4126361-300A-7339-D5D8-A30F8186D9B5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1DA1BA-983D-8706-EFB8-8728373ED3A9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581FFE-C8E2-FBA7-DB61-19E44B92A1C5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428AF8-7694-553A-1B9A-91F0BD23FFB8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4712B9-AC4C-FE58-9E45-F675B902D352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70B6313-1847-F4BD-D58A-D14906A438BD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4E902-94C3-6783-F2F5-6741AC2A60EE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FC375D-0704-B330-ADD2-8422BE852037}"/>
              </a:ext>
            </a:extLst>
          </p:cNvPr>
          <p:cNvCxnSpPr>
            <a:cxnSpLocks/>
          </p:cNvCxnSpPr>
          <p:nvPr/>
        </p:nvCxnSpPr>
        <p:spPr>
          <a:xfrm>
            <a:off x="6837105" y="2092516"/>
            <a:ext cx="0" cy="256302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1FBD68-DE28-6B55-180E-38C36C7F8D58}"/>
              </a:ext>
            </a:extLst>
          </p:cNvPr>
          <p:cNvSpPr txBox="1"/>
          <p:nvPr/>
        </p:nvSpPr>
        <p:spPr>
          <a:xfrm>
            <a:off x="6667500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</a:t>
            </a:r>
            <a:endParaRPr lang="en-PH" sz="3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13E823-1439-F638-FD7E-ED51362C65BF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787135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76923-49C6-3CB8-7B20-17782EA8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6B0B1AB-3669-6E45-3981-9AF245447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80764C-9AE2-C923-88CE-013BA2787ED6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5B68443-81F4-1D13-9009-9DE3A61FDB81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4FE42A-884A-F9A5-1139-5538716A9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D11300C-5B76-A61A-0A0C-7FB5B9B0D039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0A49F-68B6-DB30-82F9-B20A1108F55D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DBC24E6-C834-688B-AE78-40B13DAB194B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0698FB-EF4F-63A0-7CED-22E481B7CA1D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3C7DD2B-D0AF-C3BF-99F1-BF73CAA8C2A6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BBD0174F-B5B9-9F1E-ECEC-29EF411FC602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69DE543-89FC-8F4C-F44E-70E0B053B852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695D89-B05E-58FB-8154-59B999702A2F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392A10-28E2-57BB-3BC4-A8998FAFF3D9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C2CD2F-F700-FC27-0B8D-CE384C8D4BF8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4DA7A0-F721-BC76-C1B0-F6BAC5142F2D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064ED6-A345-5CE1-A550-FDB2BFE95D0E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78F100A-3B54-64FC-446A-038A298A928C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B284D68-3CCB-973B-77C2-162DA56BAAB2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E99ED94F-3453-E935-7368-14F7AD9667AD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8530331-4C86-47A5-7713-8018F9577E72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6CC1EB-D5DB-DD99-863D-518370C75641}"/>
              </a:ext>
            </a:extLst>
          </p:cNvPr>
          <p:cNvSpPr txBox="1"/>
          <p:nvPr/>
        </p:nvSpPr>
        <p:spPr>
          <a:xfrm>
            <a:off x="6377236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129B87-EF75-B194-3B36-7022B14EC395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81BF28-7431-AAB1-E0E7-E1292753335E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062302-A3B8-369E-C8F2-BA53351E0745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A64919-6597-27A8-22F7-0F670E5F59EB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B0E6B-AAAE-F020-4B60-C218C45DCEE2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3CA0F1-7597-9113-4FC5-2BDF5204BE08}"/>
              </a:ext>
            </a:extLst>
          </p:cNvPr>
          <p:cNvCxnSpPr>
            <a:cxnSpLocks/>
          </p:cNvCxnSpPr>
          <p:nvPr/>
        </p:nvCxnSpPr>
        <p:spPr>
          <a:xfrm>
            <a:off x="6837105" y="2092516"/>
            <a:ext cx="0" cy="256302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9AC753-634C-189D-215A-CED971A8B241}"/>
              </a:ext>
            </a:extLst>
          </p:cNvPr>
          <p:cNvSpPr txBox="1"/>
          <p:nvPr/>
        </p:nvSpPr>
        <p:spPr>
          <a:xfrm>
            <a:off x="6667500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</a:t>
            </a:r>
            <a:endParaRPr lang="en-PH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58B01-E920-6E98-C3B6-265E7C497B01}"/>
              </a:ext>
            </a:extLst>
          </p:cNvPr>
          <p:cNvSpPr txBox="1"/>
          <p:nvPr/>
        </p:nvSpPr>
        <p:spPr>
          <a:xfrm>
            <a:off x="6575194" y="5071039"/>
            <a:ext cx="5401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 0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8BEF89-BC2C-E9E4-FECD-2334CACDDDD6}"/>
              </a:ext>
            </a:extLst>
          </p:cNvPr>
          <p:cNvGrpSpPr/>
          <p:nvPr/>
        </p:nvGrpSpPr>
        <p:grpSpPr>
          <a:xfrm>
            <a:off x="4980092" y="5093230"/>
            <a:ext cx="2134827" cy="830997"/>
            <a:chOff x="4115905" y="2212700"/>
            <a:chExt cx="2134827" cy="83099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77F8DE-782F-DD0E-B0C4-FB88211E9575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32156B-F6E6-2F3C-2914-3D4E76C358B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A50A1D-F07D-B532-68E0-7DED2349F4C7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812322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0E859-1D0F-8025-2B58-FA930FBA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D1EC5BC-8193-9706-7E29-F634AAEF8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16DF33D-82CA-1AC5-C8CA-AC65815B484C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32AA2CB-9806-3E17-C2C1-75EC2ECDC90C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697BCE5-8368-8AC5-8886-83CF698886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3A56625-94BF-9A40-5E64-BFA6DB8335C3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264C20-0F1C-797F-8147-7F45DAD3D3F9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0E658B5-E3B0-B349-CF2A-3360519C3790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AD9C7CE-800B-2C22-185B-9213DECABC35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484A977-0533-75FB-E219-FF2B6BAEA81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B536B19-BEBC-D35F-39C3-81C4CBAA3E50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14BC63-CE9B-50B5-997B-DA163B5179BB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A6F244-98F4-04D3-D729-C80F553BBF63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37DF29-93F2-1DE2-2501-26C9C9816C76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02A7C5-4C54-3ABD-1EFF-4108FE0FBBDB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58F0683-CB55-D854-CDCE-A2A1217E58FA}"/>
              </a:ext>
            </a:extLst>
          </p:cNvPr>
          <p:cNvSpPr txBox="1"/>
          <p:nvPr/>
        </p:nvSpPr>
        <p:spPr>
          <a:xfrm>
            <a:off x="6405588" y="1109712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2A07A3-A0DB-E3B4-E21B-A475A47FDFAD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83F2E0-2D5A-FE75-9B1C-772411B64ADD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90A53F7-4CB4-3693-BD2C-BA5A10C6FAC2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A7E181C-61A9-CBCA-6088-068401F186BC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45FE0E9-7AF4-8B81-6A6D-4A359CB86B28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5A18CCE-AA9F-5E77-90D7-69DCAF6F3247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8F81EC-39D8-C7EC-1809-3636BB048F48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70B48C7-AA8F-90C7-8B70-0CB82CD85AAF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6354209-4863-8B4D-4739-865DC80AD420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66B5ACF-0839-6FEA-2304-4480D0220E27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CA5388B-25B4-4B36-3274-CE85EEE610E5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643AEBD-D6CD-16B1-A9D0-79305C813D57}"/>
              </a:ext>
            </a:extLst>
          </p:cNvPr>
          <p:cNvCxnSpPr>
            <a:cxnSpLocks/>
          </p:cNvCxnSpPr>
          <p:nvPr/>
        </p:nvCxnSpPr>
        <p:spPr>
          <a:xfrm>
            <a:off x="6837105" y="2092516"/>
            <a:ext cx="0" cy="256302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E401AE4-1ECD-4A03-DE37-A6687103EE60}"/>
              </a:ext>
            </a:extLst>
          </p:cNvPr>
          <p:cNvSpPr txBox="1"/>
          <p:nvPr/>
        </p:nvSpPr>
        <p:spPr>
          <a:xfrm>
            <a:off x="6668991" y="1109712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</a:t>
            </a:r>
            <a:endParaRPr lang="en-PH" sz="3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5173B6D-1297-E2E3-0679-6DFDCAE80466}"/>
              </a:ext>
            </a:extLst>
          </p:cNvPr>
          <p:cNvSpPr txBox="1"/>
          <p:nvPr/>
        </p:nvSpPr>
        <p:spPr>
          <a:xfrm>
            <a:off x="6575194" y="5071039"/>
            <a:ext cx="5401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 0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73A91FD-986C-C901-D73B-96BBE7A2C253}"/>
              </a:ext>
            </a:extLst>
          </p:cNvPr>
          <p:cNvGrpSpPr/>
          <p:nvPr/>
        </p:nvGrpSpPr>
        <p:grpSpPr>
          <a:xfrm>
            <a:off x="4980092" y="5093230"/>
            <a:ext cx="2134827" cy="830997"/>
            <a:chOff x="4115905" y="2212700"/>
            <a:chExt cx="2134827" cy="830997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1E98715-8CFD-8D50-F4A8-A084800267C4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8064011-B78B-F5ED-6EB6-78CB2F0204FD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1B388615-0FC6-633F-8E94-C537F82BD081}"/>
              </a:ext>
            </a:extLst>
          </p:cNvPr>
          <p:cNvSpPr txBox="1"/>
          <p:nvPr/>
        </p:nvSpPr>
        <p:spPr>
          <a:xfrm>
            <a:off x="5579311" y="5731519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445B6-A0FB-DD8E-A9CC-D49ECA269462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632458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CE73D-B185-9B5A-29AE-22819E63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AEFE626-803D-1705-46FF-0D066A94E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Division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E0D64F-EB02-8275-F1DD-B532940F2717}"/>
              </a:ext>
            </a:extLst>
          </p:cNvPr>
          <p:cNvGrpSpPr/>
          <p:nvPr/>
        </p:nvGrpSpPr>
        <p:grpSpPr>
          <a:xfrm>
            <a:off x="4920649" y="1620993"/>
            <a:ext cx="2484071" cy="457119"/>
            <a:chOff x="4332364" y="1854025"/>
            <a:chExt cx="3865705" cy="83241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3A8C530-DEFF-6646-91E9-F3F47CD05922}"/>
                </a:ext>
              </a:extLst>
            </p:cNvPr>
            <p:cNvCxnSpPr/>
            <p:nvPr/>
          </p:nvCxnSpPr>
          <p:spPr>
            <a:xfrm>
              <a:off x="4332364" y="1854025"/>
              <a:ext cx="0" cy="8324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068E673-A294-297E-22B1-5EC1EBBC4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64" y="1854025"/>
              <a:ext cx="38657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F32C137-C2D4-D7E9-4B2D-AB6B5D183C55}"/>
              </a:ext>
            </a:extLst>
          </p:cNvPr>
          <p:cNvSpPr txBox="1"/>
          <p:nvPr/>
        </p:nvSpPr>
        <p:spPr>
          <a:xfrm>
            <a:off x="3726174" y="1620993"/>
            <a:ext cx="10141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A07FA4-7121-128A-959E-26448FDA81E9}"/>
              </a:ext>
            </a:extLst>
          </p:cNvPr>
          <p:cNvSpPr txBox="1"/>
          <p:nvPr/>
        </p:nvSpPr>
        <p:spPr>
          <a:xfrm>
            <a:off x="4980562" y="1606315"/>
            <a:ext cx="2347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1 0 1 1 0 0 1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7E2DDB-C285-4287-6A04-5039A85BBC52}"/>
              </a:ext>
            </a:extLst>
          </p:cNvPr>
          <p:cNvGrpSpPr/>
          <p:nvPr/>
        </p:nvGrpSpPr>
        <p:grpSpPr>
          <a:xfrm>
            <a:off x="4704190" y="1979668"/>
            <a:ext cx="2134827" cy="830997"/>
            <a:chOff x="4115905" y="2212700"/>
            <a:chExt cx="2134827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40B1603-8F05-9773-09E0-C716F4751EEE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4500C8-76C8-7C04-DAEC-6E543ABFF8B9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2029E24-C8A4-EF4D-27DB-E20A444D7EA7}"/>
              </a:ext>
            </a:extLst>
          </p:cNvPr>
          <p:cNvSpPr txBox="1"/>
          <p:nvPr/>
        </p:nvSpPr>
        <p:spPr>
          <a:xfrm>
            <a:off x="4980092" y="1095279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0 0 0</a:t>
            </a:r>
            <a:endParaRPr lang="en-PH" sz="3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289615A-F609-F2AB-6F28-4CFEA1AEE430}"/>
              </a:ext>
            </a:extLst>
          </p:cNvPr>
          <p:cNvSpPr txBox="1"/>
          <p:nvPr/>
        </p:nvSpPr>
        <p:spPr>
          <a:xfrm>
            <a:off x="5274857" y="1974658"/>
            <a:ext cx="960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646236-37D0-59C9-AF7B-3D92B984520E}"/>
              </a:ext>
            </a:extLst>
          </p:cNvPr>
          <p:cNvCxnSpPr>
            <a:cxnSpLocks/>
          </p:cNvCxnSpPr>
          <p:nvPr/>
        </p:nvCxnSpPr>
        <p:spPr>
          <a:xfrm>
            <a:off x="6283131" y="2078111"/>
            <a:ext cx="0" cy="45054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402373F-FAFE-EFEE-3760-F7AB098106F7}"/>
              </a:ext>
            </a:extLst>
          </p:cNvPr>
          <p:cNvSpPr txBox="1"/>
          <p:nvPr/>
        </p:nvSpPr>
        <p:spPr>
          <a:xfrm>
            <a:off x="6111614" y="1099948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11253AC-D6C3-6937-303C-D14A3079A64D}"/>
              </a:ext>
            </a:extLst>
          </p:cNvPr>
          <p:cNvCxnSpPr>
            <a:cxnSpLocks/>
          </p:cNvCxnSpPr>
          <p:nvPr/>
        </p:nvCxnSpPr>
        <p:spPr>
          <a:xfrm>
            <a:off x="6575193" y="2092516"/>
            <a:ext cx="0" cy="1336484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2BF6B4E-A513-6189-C84C-5143D7BA817E}"/>
              </a:ext>
            </a:extLst>
          </p:cNvPr>
          <p:cNvSpPr txBox="1"/>
          <p:nvPr/>
        </p:nvSpPr>
        <p:spPr>
          <a:xfrm>
            <a:off x="6405588" y="1109712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FF1261-2DB5-7C83-15F3-ABA5DC74CA88}"/>
              </a:ext>
            </a:extLst>
          </p:cNvPr>
          <p:cNvSpPr txBox="1"/>
          <p:nvPr/>
        </p:nvSpPr>
        <p:spPr>
          <a:xfrm>
            <a:off x="5274857" y="25673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1 0 1 0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1CE5D4-0987-5EF8-A76B-EEFFEE2B84CA}"/>
              </a:ext>
            </a:extLst>
          </p:cNvPr>
          <p:cNvSpPr txBox="1"/>
          <p:nvPr/>
        </p:nvSpPr>
        <p:spPr>
          <a:xfrm>
            <a:off x="5579311" y="3048394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B9EFFDC-117B-3F00-EB25-18A6735DD9F9}"/>
              </a:ext>
            </a:extLst>
          </p:cNvPr>
          <p:cNvGrpSpPr/>
          <p:nvPr/>
        </p:nvGrpSpPr>
        <p:grpSpPr>
          <a:xfrm>
            <a:off x="4842375" y="3013501"/>
            <a:ext cx="2134827" cy="830997"/>
            <a:chOff x="4115905" y="2212700"/>
            <a:chExt cx="2134827" cy="83099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4C65CC-879D-CD23-2468-E41691BB3723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D2F9556-24D8-E113-25F5-7506AAB6A1C7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A5432C4-E880-965E-9CD5-046DBC86EBB4}"/>
              </a:ext>
            </a:extLst>
          </p:cNvPr>
          <p:cNvSpPr txBox="1"/>
          <p:nvPr/>
        </p:nvSpPr>
        <p:spPr>
          <a:xfrm>
            <a:off x="5553139" y="3663853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1 0 0 0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D0EBC2-26AE-91D0-B713-4ADC943BA843}"/>
              </a:ext>
            </a:extLst>
          </p:cNvPr>
          <p:cNvSpPr txBox="1"/>
          <p:nvPr/>
        </p:nvSpPr>
        <p:spPr>
          <a:xfrm>
            <a:off x="5840696" y="4079351"/>
            <a:ext cx="950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1 1 0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1C56E3E-2C1B-1F04-A05C-EBD4B29896CC}"/>
              </a:ext>
            </a:extLst>
          </p:cNvPr>
          <p:cNvGrpSpPr/>
          <p:nvPr/>
        </p:nvGrpSpPr>
        <p:grpSpPr>
          <a:xfrm>
            <a:off x="4842375" y="4047334"/>
            <a:ext cx="2134827" cy="830997"/>
            <a:chOff x="4115905" y="2212700"/>
            <a:chExt cx="2134827" cy="83099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83D5FC1-50EB-6EDC-58B1-D430D14C355F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47897BB-7AAE-F1A7-DB96-68E6055B9959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BDA58A7-B273-D11A-156F-8CC4198257F7}"/>
              </a:ext>
            </a:extLst>
          </p:cNvPr>
          <p:cNvSpPr txBox="1"/>
          <p:nvPr/>
        </p:nvSpPr>
        <p:spPr>
          <a:xfrm>
            <a:off x="5553139" y="4655541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C1B40D5-1E79-F6C0-5117-D6C25B1A5915}"/>
              </a:ext>
            </a:extLst>
          </p:cNvPr>
          <p:cNvCxnSpPr>
            <a:cxnSpLocks/>
          </p:cNvCxnSpPr>
          <p:nvPr/>
        </p:nvCxnSpPr>
        <p:spPr>
          <a:xfrm>
            <a:off x="6837105" y="2092516"/>
            <a:ext cx="0" cy="2563025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07BDB22-6670-E40B-D117-FED4B848BC9C}"/>
              </a:ext>
            </a:extLst>
          </p:cNvPr>
          <p:cNvSpPr txBox="1"/>
          <p:nvPr/>
        </p:nvSpPr>
        <p:spPr>
          <a:xfrm>
            <a:off x="6668991" y="1109712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0</a:t>
            </a:r>
            <a:endParaRPr lang="en-PH" sz="3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254D21F-7C04-B392-5720-6E93EAB27000}"/>
              </a:ext>
            </a:extLst>
          </p:cNvPr>
          <p:cNvSpPr txBox="1"/>
          <p:nvPr/>
        </p:nvSpPr>
        <p:spPr>
          <a:xfrm>
            <a:off x="6575194" y="5071039"/>
            <a:ext cx="5401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 0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6882DD8-CEA3-03CE-C99E-5D612F790DE9}"/>
              </a:ext>
            </a:extLst>
          </p:cNvPr>
          <p:cNvGrpSpPr/>
          <p:nvPr/>
        </p:nvGrpSpPr>
        <p:grpSpPr>
          <a:xfrm>
            <a:off x="4980092" y="5093230"/>
            <a:ext cx="2134827" cy="830997"/>
            <a:chOff x="4115905" y="2212700"/>
            <a:chExt cx="2134827" cy="830997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BB40716-2998-551E-1011-4D4BD58EE723}"/>
                </a:ext>
              </a:extLst>
            </p:cNvPr>
            <p:cNvSpPr txBox="1"/>
            <p:nvPr/>
          </p:nvSpPr>
          <p:spPr>
            <a:xfrm>
              <a:off x="4254090" y="2489699"/>
              <a:ext cx="199664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PH" sz="3000" dirty="0"/>
                <a:t>--------------- 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F21B781-EADB-C75B-F8A0-681152361F86}"/>
                </a:ext>
              </a:extLst>
            </p:cNvPr>
            <p:cNvSpPr txBox="1"/>
            <p:nvPr/>
          </p:nvSpPr>
          <p:spPr>
            <a:xfrm>
              <a:off x="4115905" y="2212700"/>
              <a:ext cx="276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3000" dirty="0"/>
                <a:t>-</a:t>
              </a:r>
              <a:endParaRPr lang="en-PH" sz="3000" dirty="0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8040B6E9-70DA-531D-3C65-DCC7BEC4BA2D}"/>
              </a:ext>
            </a:extLst>
          </p:cNvPr>
          <p:cNvSpPr txBox="1"/>
          <p:nvPr/>
        </p:nvSpPr>
        <p:spPr>
          <a:xfrm>
            <a:off x="5579311" y="5731519"/>
            <a:ext cx="1562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0 0 1 0 1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E2319-9C1C-BAB9-9C29-9B5BD57FB7A1}"/>
              </a:ext>
            </a:extLst>
          </p:cNvPr>
          <p:cNvSpPr txBox="1"/>
          <p:nvPr/>
        </p:nvSpPr>
        <p:spPr>
          <a:xfrm>
            <a:off x="5830132" y="1095279"/>
            <a:ext cx="339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" name="Star: 32 Points 4">
            <a:extLst>
              <a:ext uri="{FF2B5EF4-FFF2-40B4-BE49-F238E27FC236}">
                <a16:creationId xmlns:a16="http://schemas.microsoft.com/office/drawing/2014/main" id="{92D6CCC0-1860-F894-0297-F6A9FA4D05E6}"/>
              </a:ext>
            </a:extLst>
          </p:cNvPr>
          <p:cNvSpPr/>
          <p:nvPr/>
        </p:nvSpPr>
        <p:spPr>
          <a:xfrm>
            <a:off x="7999257" y="3482240"/>
            <a:ext cx="4175370" cy="1684185"/>
          </a:xfrm>
          <a:prstGeom prst="star32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Answer</a:t>
            </a:r>
          </a:p>
          <a:p>
            <a:pPr algn="ctr"/>
            <a:r>
              <a:rPr lang="en-PH" b="1" dirty="0"/>
              <a:t>0001110.101 </a:t>
            </a:r>
          </a:p>
        </p:txBody>
      </p:sp>
    </p:spTree>
    <p:extLst>
      <p:ext uri="{BB962C8B-B14F-4D97-AF65-F5344CB8AC3E}">
        <p14:creationId xmlns:p14="http://schemas.microsoft.com/office/powerpoint/2010/main" val="112796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2542</TotalTime>
  <Words>1676</Words>
  <Application>Microsoft Office PowerPoint</Application>
  <PresentationFormat>Widescreen</PresentationFormat>
  <Paragraphs>535</Paragraphs>
  <Slides>46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Calibri Light (Headings)</vt:lpstr>
      <vt:lpstr>Office Theme</vt:lpstr>
      <vt:lpstr>Binary Operations</vt:lpstr>
      <vt:lpstr>Binary Operations</vt:lpstr>
      <vt:lpstr>Binary Addition</vt:lpstr>
      <vt:lpstr>Binary Addition</vt:lpstr>
      <vt:lpstr>Binary Subtraction</vt:lpstr>
      <vt:lpstr>Binary Subtraction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Binary Multiplication</vt:lpstr>
      <vt:lpstr>Binary Multiplication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  <vt:lpstr>Binary Division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490</cp:revision>
  <dcterms:created xsi:type="dcterms:W3CDTF">2022-05-11T03:47:05Z</dcterms:created>
  <dcterms:modified xsi:type="dcterms:W3CDTF">2026-09-29T12:48:14Z</dcterms:modified>
</cp:coreProperties>
</file>